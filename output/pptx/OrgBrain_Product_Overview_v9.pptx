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fdec9a34aa49bb" /><Relationship Type="http://schemas.openxmlformats.org/officeDocument/2006/relationships/extended-properties" Target="/docProps/app.xml" Id="R6cdd136973224069" /><Relationship Type="http://schemas.openxmlformats.org/officeDocument/2006/relationships/officeDocument" Target="/ppt/presentation.xml" Id="R6044158621b3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dee6ead894074"/>
  </p:sldMasterIdLst>
  <p:notesMasterIdLst>
    <p:notesMasterId xmlns:r="http://schemas.openxmlformats.org/officeDocument/2006/relationships" r:id="R25dbdace117349e0"/>
  </p:notesMasterIdLst>
  <p:sldIdLst>
    <p:sldId xmlns:r="http://schemas.openxmlformats.org/officeDocument/2006/relationships" id="256" r:id="R9c4c56dfc55f4038"/>
    <p:sldId xmlns:r="http://schemas.openxmlformats.org/officeDocument/2006/relationships" id="257" r:id="R54f29fbcef054d50"/>
    <p:sldId xmlns:r="http://schemas.openxmlformats.org/officeDocument/2006/relationships" id="258" r:id="R623e2b7b65e64aa8"/>
    <p:sldId xmlns:r="http://schemas.openxmlformats.org/officeDocument/2006/relationships" id="259" r:id="Rc0525ad258bf42f8"/>
    <p:sldId xmlns:r="http://schemas.openxmlformats.org/officeDocument/2006/relationships" id="260" r:id="R6188a109acb6490d"/>
    <p:sldId xmlns:r="http://schemas.openxmlformats.org/officeDocument/2006/relationships" id="261" r:id="Re0de9fb483da4223"/>
    <p:sldId xmlns:r="http://schemas.openxmlformats.org/officeDocument/2006/relationships" id="262" r:id="R3760d8a769044854"/>
    <p:sldId xmlns:r="http://schemas.openxmlformats.org/officeDocument/2006/relationships" id="263" r:id="Re1c725c2118542ba"/>
    <p:sldId xmlns:r="http://schemas.openxmlformats.org/officeDocument/2006/relationships" id="264" r:id="Rc12fc6d73d28444c"/>
    <p:sldId xmlns:r="http://schemas.openxmlformats.org/officeDocument/2006/relationships" id="265" r:id="Rf9ed902a2d28428b"/>
    <p:sldId xmlns:r="http://schemas.openxmlformats.org/officeDocument/2006/relationships" id="266" r:id="R6de540a2a4174ad8"/>
    <p:sldId xmlns:r="http://schemas.openxmlformats.org/officeDocument/2006/relationships" id="267" r:id="R40dcfc3d11814731"/>
    <p:sldId xmlns:r="http://schemas.openxmlformats.org/officeDocument/2006/relationships" id="268" r:id="R651088d901b6476e"/>
    <p:sldId xmlns:r="http://schemas.openxmlformats.org/officeDocument/2006/relationships" id="269" r:id="R6969575156c04f90"/>
    <p:sldId xmlns:r="http://schemas.openxmlformats.org/officeDocument/2006/relationships" id="270" r:id="Rba8b3f95922547f9"/>
    <p:sldId xmlns:r="http://schemas.openxmlformats.org/officeDocument/2006/relationships" id="271" r:id="R1e7b1245e82d4e34"/>
    <p:sldId xmlns:r="http://schemas.openxmlformats.org/officeDocument/2006/relationships" id="272" r:id="R34d78c1ea9954353"/>
    <p:sldId xmlns:r="http://schemas.openxmlformats.org/officeDocument/2006/relationships" id="273" r:id="R302edea314a74ee3"/>
    <p:sldId xmlns:r="http://schemas.openxmlformats.org/officeDocument/2006/relationships" id="274" r:id="R8eb15c5591de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e279d11c7e4de1" /><Relationship Type="http://schemas.openxmlformats.org/officeDocument/2006/relationships/slideMaster" Target="/ppt/slideMasters/slideMaster1.xml" Id="Rd48dee6ead894074" /><Relationship Type="http://schemas.openxmlformats.org/officeDocument/2006/relationships/notesMaster" Target="/ppt/notesMasters/notesMaster1.xml" Id="R25dbdace117349e0" /><Relationship Type="http://schemas.openxmlformats.org/officeDocument/2006/relationships/presProps" Target="/ppt/presProps.xml" Id="R9017d5ff4bb04d3b" /><Relationship Type="http://schemas.openxmlformats.org/officeDocument/2006/relationships/tableStyles" Target="/ppt/tableStyles.xml" Id="R3684186db78f402e" /><Relationship Type="http://schemas.openxmlformats.org/officeDocument/2006/relationships/slide" Target="/ppt/slides/slide1.xml" Id="R9c4c56dfc55f4038" /><Relationship Type="http://schemas.openxmlformats.org/officeDocument/2006/relationships/slide" Target="/ppt/slides/slide2.xml" Id="R54f29fbcef054d50" /><Relationship Type="http://schemas.openxmlformats.org/officeDocument/2006/relationships/slide" Target="/ppt/slides/slide3.xml" Id="R623e2b7b65e64aa8" /><Relationship Type="http://schemas.openxmlformats.org/officeDocument/2006/relationships/slide" Target="/ppt/slides/slide4.xml" Id="Rc0525ad258bf42f8" /><Relationship Type="http://schemas.openxmlformats.org/officeDocument/2006/relationships/slide" Target="/ppt/slides/slide5.xml" Id="R6188a109acb6490d" /><Relationship Type="http://schemas.openxmlformats.org/officeDocument/2006/relationships/slide" Target="/ppt/slides/slide6.xml" Id="Re0de9fb483da4223" /><Relationship Type="http://schemas.openxmlformats.org/officeDocument/2006/relationships/slide" Target="/ppt/slides/slide7.xml" Id="R3760d8a769044854" /><Relationship Type="http://schemas.openxmlformats.org/officeDocument/2006/relationships/slide" Target="/ppt/slides/slide8.xml" Id="Re1c725c2118542ba" /><Relationship Type="http://schemas.openxmlformats.org/officeDocument/2006/relationships/slide" Target="/ppt/slides/slide9.xml" Id="Rc12fc6d73d28444c" /><Relationship Type="http://schemas.openxmlformats.org/officeDocument/2006/relationships/slide" Target="/ppt/slides/slide10.xml" Id="Rf9ed902a2d28428b" /><Relationship Type="http://schemas.openxmlformats.org/officeDocument/2006/relationships/slide" Target="/ppt/slides/slide11.xml" Id="R6de540a2a4174ad8" /><Relationship Type="http://schemas.openxmlformats.org/officeDocument/2006/relationships/slide" Target="/ppt/slides/slide12.xml" Id="R40dcfc3d11814731" /><Relationship Type="http://schemas.openxmlformats.org/officeDocument/2006/relationships/slide" Target="/ppt/slides/slide13.xml" Id="R651088d901b6476e" /><Relationship Type="http://schemas.openxmlformats.org/officeDocument/2006/relationships/slide" Target="/ppt/slides/slide14.xml" Id="R6969575156c04f90" /><Relationship Type="http://schemas.openxmlformats.org/officeDocument/2006/relationships/slide" Target="/ppt/slides/slide15.xml" Id="Rba8b3f95922547f9" /><Relationship Type="http://schemas.openxmlformats.org/officeDocument/2006/relationships/slide" Target="/ppt/slides/slide16.xml" Id="R1e7b1245e82d4e34" /><Relationship Type="http://schemas.openxmlformats.org/officeDocument/2006/relationships/slide" Target="/ppt/slides/slide17.xml" Id="R34d78c1ea9954353" /><Relationship Type="http://schemas.openxmlformats.org/officeDocument/2006/relationships/slide" Target="/ppt/slides/slide18.xml" Id="R302edea314a74ee3" /><Relationship Type="http://schemas.openxmlformats.org/officeDocument/2006/relationships/slide" Target="/ppt/slides/slide19.xml" Id="R8eb15c5591de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c096e43073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507df57784675" /><Relationship Type="http://schemas.openxmlformats.org/officeDocument/2006/relationships/notesMaster" Target="/ppt/notesMasters/notesMaster1.xml" Id="R10f43724d5784c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13c1f90bd4864" /><Relationship Type="http://schemas.openxmlformats.org/officeDocument/2006/relationships/notesMaster" Target="/ppt/notesMasters/notesMaster1.xml" Id="Re65a5ed31ff146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e54eb5fec14a60" /><Relationship Type="http://schemas.openxmlformats.org/officeDocument/2006/relationships/notesMaster" Target="/ppt/notesMasters/notesMaster1.xml" Id="Ra7e5f47aa27b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127b327874821" /><Relationship Type="http://schemas.openxmlformats.org/officeDocument/2006/relationships/notesMaster" Target="/ppt/notesMasters/notesMaster1.xml" Id="Rb78a41731b7341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14929a86c24a82" /><Relationship Type="http://schemas.openxmlformats.org/officeDocument/2006/relationships/notesMaster" Target="/ppt/notesMasters/notesMaster1.xml" Id="R3a7088197d444a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3550063364617" /><Relationship Type="http://schemas.openxmlformats.org/officeDocument/2006/relationships/notesMaster" Target="/ppt/notesMasters/notesMaster1.xml" Id="R28804802e87e43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64502af9b74e19" /><Relationship Type="http://schemas.openxmlformats.org/officeDocument/2006/relationships/notesMaster" Target="/ppt/notesMasters/notesMaster1.xml" Id="Rf6e124e0d810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8b45762dc94679" /><Relationship Type="http://schemas.openxmlformats.org/officeDocument/2006/relationships/notesMaster" Target="/ppt/notesMasters/notesMaster1.xml" Id="Rb044084c165549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25f7c58d7d473e" /><Relationship Type="http://schemas.openxmlformats.org/officeDocument/2006/relationships/notesMaster" Target="/ppt/notesMasters/notesMaster1.xml" Id="R55d47a7df9ad49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ddd81cb66a4e4b" /><Relationship Type="http://schemas.openxmlformats.org/officeDocument/2006/relationships/notesMaster" Target="/ppt/notesMasters/notesMaster1.xml" Id="R98e29be505c540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921243b1754d9a" /><Relationship Type="http://schemas.openxmlformats.org/officeDocument/2006/relationships/notesMaster" Target="/ppt/notesMasters/notesMaster1.xml" Id="Rc3bb2584f6dd46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abb2b668cb43bc" /><Relationship Type="http://schemas.openxmlformats.org/officeDocument/2006/relationships/notesMaster" Target="/ppt/notesMasters/notesMaster1.xml" Id="Rf9f87f93efae48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f2d2087b3f4f03" /><Relationship Type="http://schemas.openxmlformats.org/officeDocument/2006/relationships/notesMaster" Target="/ppt/notesMasters/notesMaster1.xml" Id="R8a63e860a07a49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bba3ee30bb44ba" /><Relationship Type="http://schemas.openxmlformats.org/officeDocument/2006/relationships/notesMaster" Target="/ppt/notesMasters/notesMaster1.xml" Id="R685b1fc048eb49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a583c4510c4c8c" /><Relationship Type="http://schemas.openxmlformats.org/officeDocument/2006/relationships/notesMaster" Target="/ppt/notesMasters/notesMaster1.xml" Id="Re347cddcd69e44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c3b4040aa9475b" /><Relationship Type="http://schemas.openxmlformats.org/officeDocument/2006/relationships/notesMaster" Target="/ppt/notesMasters/notesMaster1.xml" Id="Rea60259d3ee241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d520c5efea47b0" /><Relationship Type="http://schemas.openxmlformats.org/officeDocument/2006/relationships/notesMaster" Target="/ppt/notesMasters/notesMaster1.xml" Id="Rade7886cbb604e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ddd42153c64fad" /><Relationship Type="http://schemas.openxmlformats.org/officeDocument/2006/relationships/notesMaster" Target="/ppt/notesMasters/notesMaster1.xml" Id="Ra2284000735c4f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a03b01864b48c6" /><Relationship Type="http://schemas.openxmlformats.org/officeDocument/2006/relationships/notesMaster" Target="/ppt/notesMasters/notesMaster1.xml" Id="R3dbfb197410f43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per-active-group pricing model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plan differentiation proposal in the Codex task, 2026-08-07. Feature availability includes proposed roadmap items and must be confirmed before contracting.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f28f82365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a711319cb24e5e" /><Relationship Type="http://schemas.openxmlformats.org/officeDocument/2006/relationships/slideLayout" Target="/ppt/slideLayouts/slideLayout1.xml" Id="R295e81a943ec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5e81a943ec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4499cb1d34518" /><Relationship Type="http://schemas.openxmlformats.org/officeDocument/2006/relationships/image" Target="/ppt/media/image.png" Id="R1de9863a35674c90" /><Relationship Type="http://schemas.openxmlformats.org/officeDocument/2006/relationships/notesSlide" Target="/ppt/notesSlides/notesSlide1.xml" Id="Rb3235a073606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74e6a20d34856" /><Relationship Type="http://schemas.openxmlformats.org/officeDocument/2006/relationships/notesSlide" Target="/ppt/notesSlides/notesSlide2.xml" Id="R58e8c1f2d88a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ee34224be4e8a" /><Relationship Type="http://schemas.openxmlformats.org/officeDocument/2006/relationships/notesSlide" Target="/ppt/notesSlides/notesSlide3.xml" Id="Rb4204aefc2b9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7c73859534cde" /><Relationship Type="http://schemas.openxmlformats.org/officeDocument/2006/relationships/image" Target="/ppt/media/image2.png" Id="R0e94629698ae441f" /><Relationship Type="http://schemas.openxmlformats.org/officeDocument/2006/relationships/notesSlide" Target="/ppt/notesSlides/notesSlide4.xml" Id="Rc627ef99a8264d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3a77550b24c1c" /><Relationship Type="http://schemas.openxmlformats.org/officeDocument/2006/relationships/notesSlide" Target="/ppt/notesSlides/notesSlide5.xml" Id="R1d3952a5823d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dcf11c69425a" /><Relationship Type="http://schemas.openxmlformats.org/officeDocument/2006/relationships/notesSlide" Target="/ppt/notesSlides/notesSlide6.xml" Id="R74f62980a6094e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2277c7d7e41c2" /><Relationship Type="http://schemas.openxmlformats.org/officeDocument/2006/relationships/notesSlide" Target="/ppt/notesSlides/notesSlide7.xml" Id="Rcb4248973d044e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669be004d4c6b" /><Relationship Type="http://schemas.openxmlformats.org/officeDocument/2006/relationships/notesSlide" Target="/ppt/notesSlides/notesSlide8.xml" Id="Rb570f98dba04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3beca5f0d4297" /><Relationship Type="http://schemas.openxmlformats.org/officeDocument/2006/relationships/notesSlide" Target="/ppt/notesSlides/notesSlide9.xml" Id="R23b701b43dea41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5be238bec49b2" /><Relationship Type="http://schemas.openxmlformats.org/officeDocument/2006/relationships/notesSlide" Target="/ppt/notesSlides/notesSlide10.xml" Id="R9ccc5fb75f824b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13a8c263a4bff" /><Relationship Type="http://schemas.openxmlformats.org/officeDocument/2006/relationships/notesSlide" Target="/ppt/notesSlides/notesSlide11.xml" Id="Rc8cb589f7098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f148dcf8044f7" /><Relationship Type="http://schemas.openxmlformats.org/officeDocument/2006/relationships/notesSlide" Target="/ppt/notesSlides/notesSlide12.xml" Id="Rae4078dd3c094d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9c141bc648f0" /><Relationship Type="http://schemas.openxmlformats.org/officeDocument/2006/relationships/notesSlide" Target="/ppt/notesSlides/notesSlide13.xml" Id="Rda16621501b049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abc4dfa0745e9" /><Relationship Type="http://schemas.openxmlformats.org/officeDocument/2006/relationships/notesSlide" Target="/ppt/notesSlides/notesSlide14.xml" Id="R2a9778e1169840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2f4ca68447bb" /><Relationship Type="http://schemas.openxmlformats.org/officeDocument/2006/relationships/notesSlide" Target="/ppt/notesSlides/notesSlide15.xml" Id="R22de654c4be348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64f0bbc974de9" /><Relationship Type="http://schemas.openxmlformats.org/officeDocument/2006/relationships/notesSlide" Target="/ppt/notesSlides/notesSlide16.xml" Id="Re077e7f95c1c41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8f4e76b2e4a4b" /><Relationship Type="http://schemas.openxmlformats.org/officeDocument/2006/relationships/notesSlide" Target="/ppt/notesSlides/notesSlide17.xml" Id="Rc76960361d2241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eac0e08b4e00" /><Relationship Type="http://schemas.openxmlformats.org/officeDocument/2006/relationships/notesSlide" Target="/ppt/notesSlides/notesSlide18.xml" Id="R92cdd18af7f549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ac29db7754e70" /><Relationship Type="http://schemas.openxmlformats.org/officeDocument/2006/relationships/notesSlide" Target="/ppt/notesSlides/notesSlide19.xml" Id="R73ade9d11995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9863a35674c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372EE-AA3E-4A6A-96CB-206095E7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99546-E923-4218-B9E1-656806B0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54AE1-0A7D-4193-AC4D-F8FE8355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A5DD2-3229-4102-AB40-1CD6E27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42FC5-CCD6-4D3D-81FE-E1F84E15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B7C8D-4F48-4196-949F-DD56F52E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48AFC-61A2-45C9-8B93-A1E758E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513682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6C1A8-5DDD-4B1F-8238-3BE91717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E22A7-3EAA-4ECF-9544-24E2F73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C3B99-FFD8-4A96-B31D-8265FBF9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ABD3D-8035-446B-952B-411B394A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F8D0-BF28-4598-A6AF-88E426D4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39235-738C-4518-ADB3-7EBCFC88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2D407-AB68-4DFE-B3A9-AF37B53B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「これって、なんでこうしたんだっけ？」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EB213-C0A0-4B36-8EA5-9AD7782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会議が止まり、Slackや資料を探し、最後は「あの人に聞こう」となる。この日常会話は、判断理由や失敗の教訓が、組織ではなく担当者の記憶に残っているサインです。AIを導入しても過去の背景を知らなければ、人と同じように毎回ゼロから調べ、同じ議論や失敗を繰り返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8B387-B71C-4AAD-A469-37665C19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OrgBrainは、日々のAI実行から理由・制約・却下案・結果を自動で組織メモリー化し、次のAI実行に必要な文脈を想起させます。追加の記録作業を増やすことなく、AIを使うたびに個々の実行が組織全体の学びへ変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0094C-BEC6-44B9-9ACA-48D95530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E9AFA-D39E-4BBE-919E-C2F44049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100人組織では、探し直しや記録・引き継ぎなど、年間約3,000万円・6,000時間の改善余地が見込めます。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E8701-0372-4EF7-B364-BF8CFBA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まずは1チーム・8週間のPoCで「なんでこうしたんだっけ？」に費やす時間と手戻りを実測し、全社導入をご検討ください。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C1600-0301-4F08-9493-617897A9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※効果は本資料の前提に基づく試算。実際の効果は利用状況により変動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65171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576122-F770-467C-BD81-7719CDC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1C9E1-29C6-46B4-95EE-56BC185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97E24-61BF-4C94-9B3F-CF735471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BAF3F-EF53-4DEF-91E9-10C01DF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F2BD-0C26-42F8-B6DA-F0BCF71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8715C-8BCD-46C0-90F9-36710489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8DE2-B0E8-4D9F-9173-3CCB08B9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57A91-A872-45ED-9592-37FA0FB1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EE43F-1070-4593-B82D-E1454659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2DF5F-2179-48D5-A018-2969AB30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62C8E-D45C-4A0E-AF97-9E9DB341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9FA16-C7E2-4863-9F15-B665D8B3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7B347-CD27-43AB-B6F2-DDE881CF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4401A-6E31-4549-BB8B-0F8CDC44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62EFC-0980-4818-9E52-FD9917E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9A71A-3DBD-4D72-A94C-D9FA9913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CC618-2A4C-4BBF-9098-AE8F38F0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73B5C-75FF-4EAD-B88D-9B3EE73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B7B49-EAA9-424E-B3B6-255A933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C73F8-9C28-43A0-9A73-5478B06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8D81F-67F5-4D51-86F1-ADD90209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3F6A8-5417-43C9-B62E-5A844C03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EFDD3-F45A-422B-83F7-3D137C2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ED43E-A561-482E-8B54-65D7F0EA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77A10-6D9E-48CF-8796-D0210A2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EAC7D-73A7-4DD2-AE8C-897D5AC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81166E-F853-43B6-9190-FCE4EDE5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6ACD4-8DDA-4BAF-B032-1EBB2D84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60D091-3834-442D-84F7-C3330280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52EF0-C5C9-4D41-BA66-79BF6D5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92B73D-BA26-4C19-A254-0EF57477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141AA-FF3D-4486-87E7-ABCDD4F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EF4BF-C0CE-43F0-9F0F-0D20F89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70654-F392-4D3B-BFDD-C1098EE9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56A193-09E3-47C7-A784-DACB6C7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CFD05B-DB17-4521-839B-A1416E8E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5C4321-5B42-48AF-8B56-2F221AF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2658A-9CC7-45D2-8C40-FB9FB796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35F924-A17E-4291-AE78-F3E6275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CA8131-381C-4BDA-B70F-B03CA06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1343050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4629698ae44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39422-61CB-4BBE-93F7-EC9ABB15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69640-E5A0-47DE-A580-0AA9E6A7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9BFBB-8320-4728-B1A7-B9CE2D7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02F9C-8A97-4701-B2AB-8ECC84E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38DEA-E9E5-41D3-BAF8-EBA25D6C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F04D5-6448-4EA8-AB00-039C365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49631-435D-47F9-9A87-28BD618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1154680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65368-011D-4B4F-8C49-DBE355F3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138A2-104E-4F70-9F48-88494EE0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7D4A8-2756-4362-BC4E-F9BD814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34B81-3BE3-4028-92AF-6BE6822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09364-E2F5-4786-A856-8E56D032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D20C3-6986-4062-8563-E1820820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849D9-F6B3-490A-8EC4-116D3D6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B3335-97FF-4B85-881F-C905966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7C769-7A72-4FB8-A29B-64B6560E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F3695-1D2E-4417-993A-86F10CA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E83BE-9E0C-4D1C-9889-7C42FBF1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B0882-A59D-4676-A5C1-5859092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78678-BC6D-473B-9883-2641B3A1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61487-243C-4716-8977-4ACD7CDE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20CEC-E3E7-47ED-AE51-54CDC39E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CFBDB-D821-4EB6-9B11-57AD11E4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00479-A12E-4D35-869D-F73717E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2F405-C072-4535-A819-14FAE2B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41CE9-BA97-451D-8DD7-0EDCE09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6AB3C-AD3C-486F-8CFE-41B9DBD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984A8-33E7-4D45-841D-3D93C29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217F0-D463-4417-80D6-0D015E0F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316A6-C998-4D33-A2A4-41820B7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79A1A-F69D-44CF-ABF2-CD4278C1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915929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A72580-D3FD-4F9A-B926-4DE4D6BF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B69E2-F5AA-473A-9833-78446CA6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3E27E-6AB8-44FB-8B74-E8018AF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AIを使うたび、仕事の痕跡が自動で組織の記憶に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5F8B2-2498-40A0-8AFA-8FD27963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89E2E-793C-4BC5-A8C9-EA23FF54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69629-D992-4470-A60F-BAD35064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988A5-F7B6-41AE-AAD8-F6CDBE7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追加入力なしで、Slack・GitHub・NotionとAI実行から理由・制約・結果を蓄積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FACBE-3C9C-4219-A462-B2E908E3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0C245-8CAF-4FE1-92A0-B34C6A68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DC3F8-8755-46C2-982C-4C10BD2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12E08-1C13-4D4D-B7E4-15532BE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8776-4751-48A3-A710-A2F4A9F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AI利用で生まれる痕跡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45BB3-8A80-4CA9-BF06-215562BF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7296F-2118-43F0-9C72-2A14B25D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AC11E-AF30-4801-B99D-B377928B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CCA92-6636-45F2-BD8B-6CC4855D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自動で記憶化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767F7-8748-4910-85D8-7ACF4BC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CE35E-089B-43BA-9BA5-8BBF3F44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DE9E3-1CC5-41A4-95FE-C4845A8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89A22-74E9-4349-B678-CC2E505B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3840E-757A-4B1C-886A-362C3CC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23CDA-9A29-4278-A1E6-04939BE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7F0E4-7C83-4F95-BB65-209827C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2D13D-C280-4F30-A352-92F0D6CC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56CC3-3013-4ACB-BE9C-41DE5D14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13413-5EE0-49BF-9237-7A2238D6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249F1-40EA-42E2-A1EE-26DD4972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8C2735-CBE7-43C5-81A1-D04649E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2D08A9-36FE-4ED1-A6B2-5AC6BB07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72C69-CDB0-450E-9C2A-540ED53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2899A7-84BB-4DE5-BA56-47DBE9E9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自動想起</a:t>
            </a:r>
          </a:p>
        </p:txBody>
      </p:sp>
    </p:spTree>
    <p:extLst>
      <p:ext uri="{BB962C8B-B14F-4D97-AF65-F5344CB8AC3E}">
        <p14:creationId xmlns:p14="http://schemas.microsoft.com/office/powerpoint/2010/main" val="551613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554BE-A9E9-4A28-BFAF-0C9337F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AA16A-90B9-41D6-A6CD-B77A5339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54AE-6A05-49A7-8E36-9211915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D0B46-7681-4409-807D-0D55591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757DA-FE9E-439D-95C3-F00F3CFA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BC4BB-A3A1-4867-9DF6-130FE6A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6E8B0-39D1-4614-A8FC-4CDAEA61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0FAE6-2203-4A3C-A771-5757053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39C32-5EDF-47DD-B3E6-AD5775E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73652-3DA2-413E-9E3F-CDBED3F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D0DCA-0341-4300-8DA7-FB55A69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07D64-5D64-4933-B6FB-D316BFA5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F327A-E1FC-46D3-A463-784CD6FF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5A57D-DC2F-4963-AC31-D7D21A9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37AAD-E9F8-43DC-BFCD-B5E1C362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02C1E-D27E-4CB6-A81C-E15705EC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6113D-BA49-4FC2-B64A-968F013E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3EC42-87C0-41AD-90EB-22D62E7C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73C3B-6EB4-4641-A3B3-9390242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91410-0DF2-4808-AD46-DC34591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AD9FE-CFB6-4993-A823-7F70C3E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956A0-E4D7-4F92-BFE1-D99E4A2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56A55-05A0-4CB7-81B9-F256F41E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360732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5DD0F-B270-4BDA-9F1F-7DB60251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33AF9-B8D9-476E-86F0-402CD64E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BF0E9-1A94-4BB5-88FC-1207B106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ED416-3848-46E4-9E43-375FD62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65E33-A77C-4D74-A86C-A151A65F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FE812-269A-4A77-85D6-A02A11F8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AEAD5-3D89-435B-B561-A172245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397A9-AD4C-4D69-B551-7FAF1E50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6E6C9-0529-4CA2-A4C0-C071FA3E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3B360-D569-4E15-931B-622582EF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29D61-DB19-42BB-B96A-13D990BA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04E4F-DEA2-4AD6-A8E3-62858790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11B10-CD04-49F7-9243-B45A000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89C92-01A0-40B5-9995-3A548A91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28965-3D17-4D07-AF15-EFFB316F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1B27A-7BCD-481E-9936-F3EA5A3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86297-E7F6-453B-84F6-1414F2D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48B80-1EB3-45E6-BE02-B7771721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F62B6-E041-4970-BC79-ADA3A9C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862D0-DF82-4A33-B12F-BE374FF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5766D-E836-4061-8905-5E8D8C0E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FA83A-C6E4-4BAD-90C7-A911D0A6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238554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46D32B-8C73-434F-9B0C-61ABEB09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7105F-4653-4BC2-8EA2-83A8A985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06B9E-7B3C-47CC-BD0E-5C4E97B7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CB072-B0FC-46FF-AB1C-7588EDB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73E78-AE81-4B82-9EAF-0C80EAB5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522E9-1E6F-4848-BFF0-CC1C029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E9F2E-05B6-40A3-AF33-CD264F30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9C401-EEF1-49D0-90D0-1BB0417B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3DB47-72F5-452F-8110-23CA4E13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D87D2-AE86-4CE9-BEF7-CD33FB54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B726C-E4AA-4709-8DDC-A0E1306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3CAC6-E4B7-4576-BE83-960D7E6D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3756F-C81A-48F7-BCFC-60BB1B9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CC85D-07EA-431F-9270-922D56D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9B4F4-54B4-4C25-B883-77B335E4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0C5CF-9028-4460-9BC0-50B36E4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E7C9C-90ED-4FDE-A8A2-6343D95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C1CA8-42EF-47EA-A2A1-EAE416B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30D50-E69B-43FE-8D7C-7B7B837B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444D1-E9A9-482A-991C-146891F0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92EDC-223B-4D28-9BE1-12E63FE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85B40-F3CC-402A-B09A-D8DB18F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33B75-2230-4524-8A74-C294E77C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05220-D613-4AC7-BAEF-B16CCCB7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84EF6-1E04-4A7B-AC4B-3ED2B1F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C770E-2DC5-419F-95ED-0A2333E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1C3A2-4FC8-4B04-A43C-288EA49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2A38CD-D799-4476-ACF8-77A80AE6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D45D0-3112-45E2-AFF8-728E438C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8F1AB-949E-4797-906C-994A9321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29105-ADF9-4D6D-A309-B8205751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E265B7-7C73-4A0A-8CD0-B3DE993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E01C2-B0D7-4499-A197-741FB92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6736C1-9DCC-4656-B27C-1500AFE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9483B-5C8F-42CC-AB70-5D6942B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F5FB89-8694-46E6-B136-4EFC71F3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EA3435-9041-4FBE-8CFA-C1F1C93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2DE0EE-48BC-4FF5-BA03-CC1C761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2040890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20902-3FF0-406F-9DD5-6B7D26CC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18EEE-0F7C-4F5C-91EA-1251879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5B9ED-1D42-4F00-BED2-0AE517E3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削減効果の例：4職種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A12F3-3E68-4A8D-A020-DF839A7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7B837-A466-4960-931E-CBCDF487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592E2-540B-47C8-BF9A-4D2D747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7CFC8-DB23-4AA4-831B-6DD17ACB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FAB92-EB45-4CB1-A5FE-970F707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7FA73-C52C-4286-9690-38AC8EF7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19791-EB9F-4245-8A8D-D172F5EA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DEC08-C986-445E-92B6-E8221558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EDE79-B132-4E53-BA1B-74844043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B9FA7-C29C-4FE4-97EA-A5964AF3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C644-1BA9-4054-B338-98F34898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71BEA-2EFE-4F06-B22A-F99F61F0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EDE5A-EB13-42CE-8C12-67F0A30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E57FC-BEFA-4C36-933D-D7366F86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155B5-74F3-43F4-A8D6-86E2865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99264-BFEF-4C14-9187-9297A126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43183-670C-438B-AB29-3D879F0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AA656-B1AF-48C1-9474-C8D04182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3E904-6745-4019-92FD-5A7038FE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E492A-C749-4477-9898-CA9C4976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4770C-AF6D-40C7-9AF1-32BE2EFD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26418-3F59-4FA1-B09B-C488B38A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E16539-8B51-4031-B563-C18D8C45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D0719-5D5F-4A42-992B-CCA4E323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D4DC4-5AB6-427F-82AF-C6DAE965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3961450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F70E0-68E4-4E14-8891-A15D1FC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AD4F8-CA14-412C-B2CB-45833C2C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5FB2E-97D8-4F93-B8C6-780BA980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628E4-7835-4ECE-9ED5-30FC141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0147B-923B-4B52-9E90-BB95C661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C531-1894-493D-B053-D791263D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9E51B-118F-4929-ACA9-2D9DAE69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7FF6E-957E-49FA-BC86-CF0EF3E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C321B-73B8-441B-8CC2-5CE07E4D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571FB-E041-4112-A183-65249D39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4B78B-B1CF-482B-BD3F-94D554DB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52B33-2856-41BC-ABB6-958971DD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A3E62-FA16-43D1-B85B-FAE76B6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3CCCF-CA3F-48A5-9E6B-039EBC6B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ACEC8-6EEB-4230-B324-8268C132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20158-2F9B-4C51-8751-7CE0EDB9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77267-7B63-4FE8-BA02-EFE8DD3D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3B850-F1DD-4FCD-985E-0325DD10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1DA8C-FA4F-43A8-BFB7-6D5EFFF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F3C7A-98FD-4192-BF48-27DA955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AB06D-6F5E-48CD-943F-0786FA7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78487-7288-41EA-995B-0DBE12E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0F541-55B3-4794-89F6-94333D7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1330908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AE11EA-D3D3-4138-B3BF-B8A2A34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EAD5C-2AD9-4B10-9238-5D56546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272AC-C0DF-4809-BCAA-C89339E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効果測定も自動化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6737D-5084-44B0-B47E-688B6EE6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4529A-02EC-4B1E-9124-1CBA8D6A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5D1F0-F4AD-432C-8F73-47113C9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C6787-B8E3-446C-B467-A2DB380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検索・記憶の寄与・比較実験・業務成果を、AI実行ログから継続計測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A1A2A-1DB8-4587-B7E6-D10C87D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AD450-305C-4383-A75A-54F90E96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146EE-F054-4A12-9112-B7E51232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655EE-9526-4002-AC25-DBD6B319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検索ごとにヒット・fallback・遅延を自動記録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157E3-DC89-40AA-A990-F68B4AB5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FEEBA-919C-42A9-B22A-CDC7352C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ヒット率 / p95 / 検索回数を集計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3BF47-AF11-4AE5-826F-033AF81A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F3E25-8F39-429C-96F3-C34EE9B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37AF9-4CDC-4E2C-9B62-E52EEA0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76A61-CC04-4BA8-8A60-92061FD6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AI実行後に利用有無・回避検索・根拠IDを報告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9A9D6-8B23-432F-AD7B-D6C5492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09811-7980-4FC9-A62C-4DD1DD05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記憶利用率 / 再検索回避率を集計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CC60B-4DAD-4AC5-9724-EC47344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A444B-CB83-4D93-9AEA-DA47EA75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397B2-028E-4108-A237-9A773D4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155DB-CEBE-4447-BBA5-F105A69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同一入力を、記憶なし / ありでペア実行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FDF97-90C0-4568-AA7F-95F4B47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FA1CE-4D2E-44E7-B766-FD9B59A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 / 費用 / 完了時間の差分を算出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43F7F-3C1B-4653-8C88-342A4B5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2ABA6-CA55-4B36-ABBF-E007B85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D40D9-8E53-4CD5-8D7D-2B118D9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FB903-DE78-4968-9047-053CFFB2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開始・完了・失敗・権限判定を時刻付きで記録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B4E79-2D11-4AA1-B69F-5A85325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884C41-8152-40A5-A97B-4B8B7FD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完了時間 / 成功率 / denied件数を集計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9AEFF-B4B9-4AA9-91C4-906AD30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BF3B9A-398A-4CCF-8EEE-61B94E5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計測設定後は、PoCの実行ログからKPIを自動集計し、導入前ベースラインと比較</a:t>
            </a:r>
          </a:p>
        </p:txBody>
      </p:sp>
    </p:spTree>
    <p:extLst>
      <p:ext uri="{BB962C8B-B14F-4D97-AF65-F5344CB8AC3E}">
        <p14:creationId xmlns:p14="http://schemas.microsoft.com/office/powerpoint/2010/main" val="780149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B0C5F-22EA-431E-9586-95A62AE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E8D9A-DEE8-4C32-B759-E8A891C7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6721-6BA2-46EA-90AE-FB2921D3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E44D8-78AF-44DF-919B-83CFAF6A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400C-53D3-45D1-8A30-2C5BF510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761FB-0364-484C-8451-7FF3CA8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B9286-DB36-40F5-852E-750C2AD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E46A8-3266-4F14-8332-E3EB512D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0325D-CD67-4CAE-9B29-DE469C0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994FD-CFAA-40F1-AD27-D2CA5EFD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8C466-08F2-4450-ABA4-E9E6980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D9BB5-3EB9-4901-A35A-0D88E872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C7CB7-798B-41B6-98C2-94E86B7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B4D6C-0B8C-4A96-9318-8A5658AC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有効グループ数 × プラン別単価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5F745-A52B-4CF7-800B-8536809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A6509-7F2A-46EF-BD9A-B49BDAB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97D7B-AA8B-40E3-ADDC-6B2D3A4E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23F66-8887-4AA0-A38B-2D2286A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グループ内の全社員・全AIが利用可能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9B3C1-316C-43F7-B3BD-C5CDA21F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FEC93-846A-4E0B-8A68-A1539A7F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78B09-E632-44A3-8E6E-E14DDCB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プランの違い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AB7A8-CD64-4AF2-8D4E-75C39AB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利用人数や機能数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93E9F-8CBD-4597-AFD5-CB4DBD7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必要なガバナンス・セキュリティ水準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B6FDD-1B5C-459D-86DA-89A232C8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9472A-BFD3-4D0C-87CA-FEC63C4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C56A9-5133-48DD-97F1-8A520B5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65801-4221-4978-B056-42D38A62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6627F-E07C-4DAC-B270-41018EF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人数ではなく、利用グループ数と必要なガバナンスで料金を確定</a:t>
            </a:r>
          </a:p>
        </p:txBody>
      </p:sp>
    </p:spTree>
    <p:extLst>
      <p:ext uri="{BB962C8B-B14F-4D97-AF65-F5344CB8AC3E}">
        <p14:creationId xmlns:p14="http://schemas.microsoft.com/office/powerpoint/2010/main" val="1414279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1450B-6945-4213-966B-E592174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A9852-A45F-4228-88D6-EBA8FC9F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EF18C-35DC-4630-8571-3A625F13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CCF1D-1A80-4AA7-B9C1-3F4CA012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B0980-5123-4E0D-8469-CE30A37A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2947F-3AE0-468C-998E-E05B73D5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32E0E-B082-4CC2-8DE5-F0935C4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月額料金 ＝ 有効グループ数 × プラン別グループ単価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039EC-8435-46BE-B17E-7CCB8DBE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DB244-6457-465F-89E4-DDC0514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BB25F-C42A-451A-90A7-BC41A97C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67D2D-22B4-49C7-A36F-7B9014FB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標準機能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BA756-4941-41AE-82CA-AE0F39CE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基本的な権限管理で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組織メモリーを利用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8E32C-4337-4C1A-93B3-BEEE878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E6367-EA1D-4069-8156-6CDE3204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72D75-6E98-4D66-805F-EAC5422E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4万円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8CB19-1B9E-41EB-8323-698A358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17656-F06C-44F3-96F3-F156FF4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組織管理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A4CB7-C2B8-4024-BF89-B411199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管理者による一括設定と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ドメイン制限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6F4BD-AA0A-48BB-B081-97849155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2346E-8B1A-4825-8409-E7BE8BE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D3FF"/>
                </a:solidFill>
              </a:defRPr>
            </a:pPr>
            <a:r>
              <a:rPr sz="1650" b="1">
                <a:solidFill>
                  <a:srgbClr val="43D3FF"/>
                </a:solidFill>
              </a:rPr>
              <a:t>ENTERPRISE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056E3-C3F2-4657-A7F7-58DEA50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5万円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99799-6948-44C6-879D-68A297E2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8A9A6-1053-44D3-A1EA-0C44450D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統制・監査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5BC9A-7E77-4680-B594-4318D00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SSO・監査ログ・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981C2-31F1-40C9-912C-3342F8F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1DB1B-17E2-4D05-8BCC-05527E12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C5372-369C-4461-AB5C-D6BB1D2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AEF100-3806-46ED-8273-8AF820F2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10万円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FC9D3-D6C0-4F1D-8D66-2C2086B4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5B7666-DC02-4B1F-B577-EA8C6222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専用・個別対応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41CC9-F965-4687-A8C8-C18C607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専用環境と個別の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セキュリティ要件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48FD5-91B6-497B-87B5-F5C8D18A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有効グループとは、アーカイブされておらず、メンバーまたはAIが所属するグループ</a:t>
            </a:r>
          </a:p>
        </p:txBody>
      </p:sp>
    </p:spTree>
    <p:extLst>
      <p:ext uri="{BB962C8B-B14F-4D97-AF65-F5344CB8AC3E}">
        <p14:creationId xmlns:p14="http://schemas.microsoft.com/office/powerpoint/2010/main" val="15355262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A70B03-D68F-46FC-9725-35BA9365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A483B-F603-4567-97DE-491EF501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3834-C04A-4A71-8C5D-BAFC625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プラン別の機能差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8A1F0-4FCE-4F14-8959-B202994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B5FF4-C7DB-4A66-8DF6-32FB6C95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FF1CE-468D-4665-BA77-5CC6991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C9AA9-AE6F-4297-B43F-E5C0CB6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組織メモリーの基本体験は共通。上位プランほど統制・監査・個別対応を強化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D48CB-0647-4F0D-86BA-5881CEE6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31517-732F-4AD7-BC63-C189C6F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A6085-6F00-46E2-9A3B-56AD4B3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AF2BA-8164-416D-AB40-E9957A10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251A5-4E47-4DBD-B470-3EFDDCFA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9E8FF"/>
                </a:solidFill>
              </a:defRPr>
            </a:pPr>
            <a:r>
              <a:rPr sz="1200" b="1">
                <a:solidFill>
                  <a:srgbClr val="89E8FF"/>
                </a:solidFill>
              </a:rPr>
              <a:t>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A1E9C-9E13-4220-8E48-AA39F022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ENTERPRISE PLUS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E6A25-8BC9-4124-86FE-8E0A143E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60780-DBF7-4355-87E7-ABF00DA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組織メモリーの作成・想起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22C49-02EB-464A-B71F-F5C6281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55E6C-2C67-41D6-AD33-6880B486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3F133-3A3F-4FB0-BAA2-DC2A152F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B5A3C-A654-450A-BFEF-49E4EC2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6ED4C-E6D0-48C4-AB75-0788908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A3BA2-355C-4721-8C53-55C85C3A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基本的な権限管理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5C9B3-560B-492F-A93F-3E7AD9E6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BEF52-A57E-453F-B11F-5DF8BA5F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20445-A70F-4A69-BAE4-BA8B51C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86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22AAA-2398-44A2-9D95-7161EA97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22D01-845E-48CC-9D8C-46911A1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385A31-8890-4458-A350-39DF0E14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ED1100-8E5A-482A-A49D-1107D1F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組織管理者・一括設定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4D769-CF35-4DDA-A403-116B267E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35A01-5E94-4314-90B6-FFEEE55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54730-A07A-4331-A585-235CA73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241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D3E48-D7F0-456C-818B-4CD90D7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765F6-95F0-407A-89BB-61316E3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A740E-2A7F-41F8-9501-FB9D7D28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ドメイン制限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E0853-95DF-4F86-9628-3314247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639CEB-4366-41CA-8E4B-C37A29ED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E1A004-36B3-46F6-A9C9-8BA2D893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623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DCDDBA-3BA8-48CF-B07A-28A11D0E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5FE4E-AAF4-49F5-99CC-FA1A3F1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70C1D6-8AF5-4655-A744-B1958FD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DE460E-D490-460B-87AC-C6788FEB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SAML / OIDC SSO・SCIM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EB17C4-51DB-44B2-B490-9CD3C90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E94BB2-7404-41C7-8A0A-31AA9837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5AE33D-553F-434E-8BAB-AF089F41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004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A4A30C-21D7-4692-8D0D-F359CFF3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34F8CE-1F71-4A13-9F9F-27E8FF15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12935C-DC76-40E8-913D-A319C776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監査ログ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A9D21C-485D-4494-B713-58A5384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基本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671CD4-F416-4643-B65D-C584556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90日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83ACFC-40D0-42C8-9ACA-711E0314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386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1年・出力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044F34-187A-4435-B5B4-28FCBB1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個別設定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A4353A-AF7F-41A3-ABD5-268E42EB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0A030A-B23F-4CDF-9C39-1861995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61C647-B488-4414-B4AC-C5D5700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高度な権限・保持ポリシー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A1362E-3D34-4BB5-B27E-E556456C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0BD380-0209-4048-9671-8007828A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BE7AE1-4629-4C63-A402-9BBA0600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767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DC38E3-31C2-4669-863D-2BC64A8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578660-1AA0-4AC8-B020-3B8B0C12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CE2C48-2317-4FBB-AA98-E836937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SLA・優先サポート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72E760-CFC5-4062-881D-6332F9D7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16354A-EB35-413F-9470-2C34690F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41EF68-8829-4048-82CF-78D9709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149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54F860-13A0-42A0-BF81-95FC445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専任対応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D08476-CFE6-43EA-8EBC-EF9DEC7E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5883-8308-4A76-A5B5-992B2A58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F2342E-5149-46B1-B116-CD5EEB3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専用環境・SIEM連携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B9FD26-5176-4151-AF13-2637E9E7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C2DBB4-3C29-4D62-B7A0-7AB9689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C324D7-F517-46D8-BC9B-82AC50A6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530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9EF3BB1-7A32-46D8-828D-DF68BF58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5F0CBA9-17C6-4955-B9EA-67D63F0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DC34A7-1A4D-43C4-8636-FF2166F9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862888-C1ED-4E4E-8439-9D210B5F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FABBC3-430D-4EE5-BA24-7DFCA743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7D1019-B5CE-4365-A5EE-9964ED9C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5A126D-ED79-46A8-9E30-1439246A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※実装ロードマップを含む機能案。提供時期・詳細仕様は個別に確認</a:t>
            </a:r>
          </a:p>
        </p:txBody>
      </p:sp>
    </p:spTree>
    <p:extLst>
      <p:ext uri="{BB962C8B-B14F-4D97-AF65-F5344CB8AC3E}">
        <p14:creationId xmlns:p14="http://schemas.microsoft.com/office/powerpoint/2010/main" val="19563018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B2115-0625-43E9-8918-B76872E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5D0E1-B097-4EA6-90D6-72C2447F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34701-5C3F-4FC2-9EB5-287A97C3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CB035-5824-43F0-8143-5F0384E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E3AF8-F3C1-4CD5-A6A5-0E3CF83C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D6066-78D1-42A5-85AF-7D79309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93C48-945A-49F3-A3DC-8DF0501D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810E1-8904-4666-9B09-032674B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グループ基本料金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5D7B7-7334-441F-814D-7B9C2E9F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グループ内の全社員・全AI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644F0-CAE5-4DE0-B00C-F73E4C3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207EB-2734-4172-8EBA-A8980972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C9BAE-D669-4764-9C21-398162F4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4AE0D-F758-4492-AD3E-0B899970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23D11-D578-401A-950E-7992C9B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102EA-5D67-42F0-9345-04EE783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396EF-E9EE-4161-A862-078451B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5BD7F-4A73-41B7-B65F-35ADD47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804E3-A64B-42AE-909B-8A80CD1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16E61-88B4-438B-A043-53D2015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6D4C8-F144-4C54-BE59-92A462A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E5F7E-F120-4255-8786-462AD62A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7B6BA-9E03-4885-861F-477AE5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24437-6121-435F-8B77-9FC148F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BB396-26FD-4E5B-96D6-D094144E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FE48B-9E16-4BB0-8D32-A8D797E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74AF1-8E0F-4F1E-A1B6-4D1A9E99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0F89E-177A-413C-AD96-0189763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CD26BF-7037-46C5-AC5A-0946012F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4D195-3DD4-4E82-BCB6-D4CC793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CUSTOM REQUIREMENTS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936583-8976-4BBC-B2B1-A6571F78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1案件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DC72E-061B-46DC-82CA-C4D1764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個別見積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366B0-F693-48FF-B00E-CD1D98B3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独自連携・移行支援・個別セキュリティ要件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1E720-4B09-456D-B191-468A175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BFCFC-9690-406E-A97D-47C967A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742B6A-9064-4E73-B440-372555B2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A146FC-A84B-4F83-8B22-565622F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D2E32-F0E5-423F-8D0B-C5B47414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76E60B-C8FB-41E8-AE34-F399B4AB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4862733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46998-D202-4925-B1DD-62BA305C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D463A-709F-4B27-B3C1-360B8C3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2630C-F74E-422C-94C0-31F6838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3CDE5-C696-44A0-B15E-593D06CF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D6F63-81FD-47BF-AC6C-FF8B68F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2B34-292F-4C79-A169-D84E4AAF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37D26-7509-40F8-9B88-32C6AD6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A5B3C-82BE-4F6D-9915-5BCF79F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01493-EE7B-4D2A-B9FE-B111E76C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38FCC-96A6-43E3-8923-52337AC1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6D80B-19C3-4549-BF95-13DF86E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F2A75-37FB-4400-BD05-6663903F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EC19E-6AD5-4529-A442-61CE3BE7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28013-CB53-45C3-BA8A-A690A2DB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F7E61-C80B-4377-844E-2E922A2B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7274D-062C-4572-8FCD-BEEE2E7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2C8E1-267E-41B9-8CFF-9F421128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5A215-C37A-493D-9B92-83FF3504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CFE01-CD27-4D0A-809D-E322EFD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DEE37-3F03-41F0-B06A-94FCD326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75E0B-FD4A-4925-978E-24567DC9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9B555-71A2-4CD8-9614-0D845115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7150176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4127B-5450-48A4-98A8-0BEA16B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E46ED-5E14-4DA3-9661-853686F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DC2DF-EB4A-404F-85B0-9A08F2EA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7DE83-10BB-4F65-AF29-79D39F4D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722AE-7DCC-4643-89AF-CC259B64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4CEFA-3B63-4707-9862-4439F3F8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561D3-ABFD-4D33-932C-07261DB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E37F8-DCB4-4216-BB2D-6C55448D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03383-DCE4-421C-9628-B5496F96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63823-950B-4785-97F8-0A5A433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16A5B-DC5A-4634-90E9-88BEB4E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A1EEC-5FC2-482A-9BAE-0DFBC1B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3A644-6E8F-40B2-ADE7-05EA9D6C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5A97D-C841-4A43-AAFF-31246D1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103AE-3A04-415B-9015-35DB401D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84A8D-595B-4B7D-BB15-BEC47D8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D0A0C-BDF9-445F-9AEA-42C21BBE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BDC45-D555-44D4-8D80-B67EDE40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E1E41-305A-4D06-B908-78EC632C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92A7A-59C8-4429-9F3E-D6F1B6D6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1D389-5C7D-4FD7-9F44-98999F6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33647-A673-4EA3-B3CD-AC83F59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308891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F13BB-E698-4DFF-8373-9AED9B9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B2097-B096-40CB-83F8-4081633F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E190-7015-44CE-959D-252FC099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5562D-F8D9-4D54-BD44-BBF0FD6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2ED22-C38A-4267-923E-A1C29A02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5E2D2-AEBA-4DFF-8C82-0F921A25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ADFA8-267D-402C-86FF-87D48E0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90362-A6BE-405F-ACD7-148AFEB0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F0269-4712-40E0-ACFB-60C5F301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996AA-1AF2-4CA3-A58C-D1A3CBAC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86966-B153-4655-81F3-E40A14D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DE92E-2528-4B95-9997-2A8E1CF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FC1EC-A6F9-4262-B774-D592E2C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1900405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2026-08-07T10:56:42.0000000Z</dcterms:created>
  <dcterms:modified xsi:type="dcterms:W3CDTF">2026-08-07T10:56:42.0000000Z</dcterms:modified>
</coreProperties>
</file>