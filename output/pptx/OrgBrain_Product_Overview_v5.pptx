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62eb5d2574244" /><Relationship Type="http://schemas.openxmlformats.org/officeDocument/2006/relationships/extended-properties" Target="/docProps/app.xml" Id="R9887ab1e36464a9c" /><Relationship Type="http://schemas.openxmlformats.org/officeDocument/2006/relationships/officeDocument" Target="/ppt/presentation.xml" Id="R06678e25d3fe43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42ca3b136e4115"/>
  </p:sldMasterIdLst>
  <p:notesMasterIdLst>
    <p:notesMasterId xmlns:r="http://schemas.openxmlformats.org/officeDocument/2006/relationships" r:id="R34a4a0e3755341bc"/>
  </p:notesMasterIdLst>
  <p:sldIdLst>
    <p:sldId xmlns:r="http://schemas.openxmlformats.org/officeDocument/2006/relationships" id="256" r:id="Rb5792ed5f9ec40cc"/>
    <p:sldId xmlns:r="http://schemas.openxmlformats.org/officeDocument/2006/relationships" id="257" r:id="Rb89596bdb25a4116"/>
    <p:sldId xmlns:r="http://schemas.openxmlformats.org/officeDocument/2006/relationships" id="258" r:id="R42ab93f5ea914be2"/>
    <p:sldId xmlns:r="http://schemas.openxmlformats.org/officeDocument/2006/relationships" id="259" r:id="R7e9598b007e1455a"/>
    <p:sldId xmlns:r="http://schemas.openxmlformats.org/officeDocument/2006/relationships" id="260" r:id="Re9ae9d368ce3431c"/>
    <p:sldId xmlns:r="http://schemas.openxmlformats.org/officeDocument/2006/relationships" id="261" r:id="R139769a7dd384c5a"/>
    <p:sldId xmlns:r="http://schemas.openxmlformats.org/officeDocument/2006/relationships" id="262" r:id="R1f5fa0380d724571"/>
    <p:sldId xmlns:r="http://schemas.openxmlformats.org/officeDocument/2006/relationships" id="263" r:id="Rf13e614cd0174033"/>
    <p:sldId xmlns:r="http://schemas.openxmlformats.org/officeDocument/2006/relationships" id="264" r:id="R5cae7599707544a8"/>
    <p:sldId xmlns:r="http://schemas.openxmlformats.org/officeDocument/2006/relationships" id="265" r:id="R7ad1566b820943ff"/>
    <p:sldId xmlns:r="http://schemas.openxmlformats.org/officeDocument/2006/relationships" id="266" r:id="R75dd4c803e6a43b5"/>
    <p:sldId xmlns:r="http://schemas.openxmlformats.org/officeDocument/2006/relationships" id="267" r:id="R69634843c2cd4791"/>
    <p:sldId xmlns:r="http://schemas.openxmlformats.org/officeDocument/2006/relationships" id="268" r:id="R2617d66973904bd7"/>
    <p:sldId xmlns:r="http://schemas.openxmlformats.org/officeDocument/2006/relationships" id="269" r:id="R04f7c3da2a024ffc"/>
    <p:sldId xmlns:r="http://schemas.openxmlformats.org/officeDocument/2006/relationships" id="270" r:id="Rbee2644f26e14666"/>
    <p:sldId xmlns:r="http://schemas.openxmlformats.org/officeDocument/2006/relationships" id="271" r:id="R9aea3e0baa5d4c96"/>
    <p:sldId xmlns:r="http://schemas.openxmlformats.org/officeDocument/2006/relationships" id="272" r:id="R50663aa837e94d66"/>
    <p:sldId xmlns:r="http://schemas.openxmlformats.org/officeDocument/2006/relationships" id="273" r:id="Rcf810ecc364c4d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d36816c7649b5" /><Relationship Type="http://schemas.openxmlformats.org/officeDocument/2006/relationships/slideMaster" Target="/ppt/slideMasters/slideMaster1.xml" Id="Ra342ca3b136e4115" /><Relationship Type="http://schemas.openxmlformats.org/officeDocument/2006/relationships/notesMaster" Target="/ppt/notesMasters/notesMaster1.xml" Id="R34a4a0e3755341bc" /><Relationship Type="http://schemas.openxmlformats.org/officeDocument/2006/relationships/presProps" Target="/ppt/presProps.xml" Id="R6a54662e7347481c" /><Relationship Type="http://schemas.openxmlformats.org/officeDocument/2006/relationships/tableStyles" Target="/ppt/tableStyles.xml" Id="Rbcd319455378447c" /><Relationship Type="http://schemas.openxmlformats.org/officeDocument/2006/relationships/slide" Target="/ppt/slides/slide1.xml" Id="Rb5792ed5f9ec40cc" /><Relationship Type="http://schemas.openxmlformats.org/officeDocument/2006/relationships/slide" Target="/ppt/slides/slide2.xml" Id="Rb89596bdb25a4116" /><Relationship Type="http://schemas.openxmlformats.org/officeDocument/2006/relationships/slide" Target="/ppt/slides/slide3.xml" Id="R42ab93f5ea914be2" /><Relationship Type="http://schemas.openxmlformats.org/officeDocument/2006/relationships/slide" Target="/ppt/slides/slide4.xml" Id="R7e9598b007e1455a" /><Relationship Type="http://schemas.openxmlformats.org/officeDocument/2006/relationships/slide" Target="/ppt/slides/slide5.xml" Id="Re9ae9d368ce3431c" /><Relationship Type="http://schemas.openxmlformats.org/officeDocument/2006/relationships/slide" Target="/ppt/slides/slide6.xml" Id="R139769a7dd384c5a" /><Relationship Type="http://schemas.openxmlformats.org/officeDocument/2006/relationships/slide" Target="/ppt/slides/slide7.xml" Id="R1f5fa0380d724571" /><Relationship Type="http://schemas.openxmlformats.org/officeDocument/2006/relationships/slide" Target="/ppt/slides/slide8.xml" Id="Rf13e614cd0174033" /><Relationship Type="http://schemas.openxmlformats.org/officeDocument/2006/relationships/slide" Target="/ppt/slides/slide9.xml" Id="R5cae7599707544a8" /><Relationship Type="http://schemas.openxmlformats.org/officeDocument/2006/relationships/slide" Target="/ppt/slides/slide10.xml" Id="R7ad1566b820943ff" /><Relationship Type="http://schemas.openxmlformats.org/officeDocument/2006/relationships/slide" Target="/ppt/slides/slide11.xml" Id="R75dd4c803e6a43b5" /><Relationship Type="http://schemas.openxmlformats.org/officeDocument/2006/relationships/slide" Target="/ppt/slides/slide12.xml" Id="R69634843c2cd4791" /><Relationship Type="http://schemas.openxmlformats.org/officeDocument/2006/relationships/slide" Target="/ppt/slides/slide13.xml" Id="R2617d66973904bd7" /><Relationship Type="http://schemas.openxmlformats.org/officeDocument/2006/relationships/slide" Target="/ppt/slides/slide14.xml" Id="R04f7c3da2a024ffc" /><Relationship Type="http://schemas.openxmlformats.org/officeDocument/2006/relationships/slide" Target="/ppt/slides/slide15.xml" Id="Rbee2644f26e14666" /><Relationship Type="http://schemas.openxmlformats.org/officeDocument/2006/relationships/slide" Target="/ppt/slides/slide16.xml" Id="R9aea3e0baa5d4c96" /><Relationship Type="http://schemas.openxmlformats.org/officeDocument/2006/relationships/slide" Target="/ppt/slides/slide17.xml" Id="R50663aa837e94d66" /><Relationship Type="http://schemas.openxmlformats.org/officeDocument/2006/relationships/slide" Target="/ppt/slides/slide18.xml" Id="Rcf810ecc364c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ea4aaf0c1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04f2329fd4c4b" /><Relationship Type="http://schemas.openxmlformats.org/officeDocument/2006/relationships/notesMaster" Target="/ppt/notesMasters/notesMaster1.xml" Id="R32ca82e822cd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4f9f90f2694de1" /><Relationship Type="http://schemas.openxmlformats.org/officeDocument/2006/relationships/notesMaster" Target="/ppt/notesMasters/notesMaster1.xml" Id="R262ab95a8c05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e942f29f84846" /><Relationship Type="http://schemas.openxmlformats.org/officeDocument/2006/relationships/notesMaster" Target="/ppt/notesMasters/notesMaster1.xml" Id="Rbf8c8b9aace74d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1779749fed4378" /><Relationship Type="http://schemas.openxmlformats.org/officeDocument/2006/relationships/notesMaster" Target="/ppt/notesMasters/notesMaster1.xml" Id="Rf471e5ff7c1c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991c8eb724fda" /><Relationship Type="http://schemas.openxmlformats.org/officeDocument/2006/relationships/notesMaster" Target="/ppt/notesMasters/notesMaster1.xml" Id="R292268df55d746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acceef653438b" /><Relationship Type="http://schemas.openxmlformats.org/officeDocument/2006/relationships/notesMaster" Target="/ppt/notesMasters/notesMaster1.xml" Id="R06fb8eb1391f41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1b21c327f24683" /><Relationship Type="http://schemas.openxmlformats.org/officeDocument/2006/relationships/notesMaster" Target="/ppt/notesMasters/notesMaster1.xml" Id="Rbc8fe2209383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d15e2b445a4169" /><Relationship Type="http://schemas.openxmlformats.org/officeDocument/2006/relationships/notesMaster" Target="/ppt/notesMasters/notesMaster1.xml" Id="Rd52b948df06b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5853234614082" /><Relationship Type="http://schemas.openxmlformats.org/officeDocument/2006/relationships/notesMaster" Target="/ppt/notesMasters/notesMaster1.xml" Id="Rcd7f3f66a35f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6e99653ea4b46" /><Relationship Type="http://schemas.openxmlformats.org/officeDocument/2006/relationships/notesMaster" Target="/ppt/notesMasters/notesMaster1.xml" Id="R228cef37247045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1ca2d0e48b46a5" /><Relationship Type="http://schemas.openxmlformats.org/officeDocument/2006/relationships/notesMaster" Target="/ppt/notesMasters/notesMaster1.xml" Id="Rf29191feb78c46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46815a61834773" /><Relationship Type="http://schemas.openxmlformats.org/officeDocument/2006/relationships/notesMaster" Target="/ppt/notesMasters/notesMaster1.xml" Id="R78588c6648034e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fc8995895849f9" /><Relationship Type="http://schemas.openxmlformats.org/officeDocument/2006/relationships/notesMaster" Target="/ppt/notesMasters/notesMaster1.xml" Id="Re15cf810f66742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97ea4a7cae4d0e" /><Relationship Type="http://schemas.openxmlformats.org/officeDocument/2006/relationships/notesMaster" Target="/ppt/notesMasters/notesMaster1.xml" Id="R36bb21055dad4f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5cb451a88d4607" /><Relationship Type="http://schemas.openxmlformats.org/officeDocument/2006/relationships/notesMaster" Target="/ppt/notesMasters/notesMaster1.xml" Id="Rdc643d7ba58345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89e25d44c44d07" /><Relationship Type="http://schemas.openxmlformats.org/officeDocument/2006/relationships/notesMaster" Target="/ppt/notesMasters/notesMaster1.xml" Id="R184c3ae4ae6845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073fb86e804c8c" /><Relationship Type="http://schemas.openxmlformats.org/officeDocument/2006/relationships/notesMaster" Target="/ppt/notesMasters/notesMaster1.xml" Id="R0b0741ad2ff146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c6d27312f34e2a" /><Relationship Type="http://schemas.openxmlformats.org/officeDocument/2006/relationships/notesMaster" Target="/ppt/notesMasters/notesMaster1.xml" Id="Rdcdf51eb00904c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966ea91b4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662781ef314738" /><Relationship Type="http://schemas.openxmlformats.org/officeDocument/2006/relationships/slideLayout" Target="/ppt/slideLayouts/slideLayout1.xml" Id="Rfcaac2d438d34f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aac2d438d3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94063ba744051" /><Relationship Type="http://schemas.openxmlformats.org/officeDocument/2006/relationships/image" Target="/ppt/media/image.png" Id="Rab53da305e3a4e37" /><Relationship Type="http://schemas.openxmlformats.org/officeDocument/2006/relationships/notesSlide" Target="/ppt/notesSlides/notesSlide1.xml" Id="Rfce947512b23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8bce1e4ee495a" /><Relationship Type="http://schemas.openxmlformats.org/officeDocument/2006/relationships/notesSlide" Target="/ppt/notesSlides/notesSlide2.xml" Id="Rd5010921848b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374a4f234fee" /><Relationship Type="http://schemas.openxmlformats.org/officeDocument/2006/relationships/notesSlide" Target="/ppt/notesSlides/notesSlide3.xml" Id="Ra1d57ca02b5e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363c7797d4f6a" /><Relationship Type="http://schemas.openxmlformats.org/officeDocument/2006/relationships/image" Target="/ppt/media/image2.png" Id="Re163bb19a69c4e87" /><Relationship Type="http://schemas.openxmlformats.org/officeDocument/2006/relationships/notesSlide" Target="/ppt/notesSlides/notesSlide4.xml" Id="Rbeabb0a889294b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ebc97a79e4a83" /><Relationship Type="http://schemas.openxmlformats.org/officeDocument/2006/relationships/notesSlide" Target="/ppt/notesSlides/notesSlide5.xml" Id="Rc696fcd2578d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ded168870425c" /><Relationship Type="http://schemas.openxmlformats.org/officeDocument/2006/relationships/notesSlide" Target="/ppt/notesSlides/notesSlide6.xml" Id="Rd06bee44a98d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878f732546f2" /><Relationship Type="http://schemas.openxmlformats.org/officeDocument/2006/relationships/notesSlide" Target="/ppt/notesSlides/notesSlide7.xml" Id="R63b955714428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db2bfb30e471e" /><Relationship Type="http://schemas.openxmlformats.org/officeDocument/2006/relationships/notesSlide" Target="/ppt/notesSlides/notesSlide8.xml" Id="Rfe9b63ac8e17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6aaf0b3da4149" /><Relationship Type="http://schemas.openxmlformats.org/officeDocument/2006/relationships/notesSlide" Target="/ppt/notesSlides/notesSlide9.xml" Id="R34d77b350248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4c9f263724613" /><Relationship Type="http://schemas.openxmlformats.org/officeDocument/2006/relationships/notesSlide" Target="/ppt/notesSlides/notesSlide10.xml" Id="Rad7545fad3a14b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0e6f293704803" /><Relationship Type="http://schemas.openxmlformats.org/officeDocument/2006/relationships/notesSlide" Target="/ppt/notesSlides/notesSlide11.xml" Id="Recf3872be35444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5e3b3689a4055" /><Relationship Type="http://schemas.openxmlformats.org/officeDocument/2006/relationships/notesSlide" Target="/ppt/notesSlides/notesSlide12.xml" Id="R3bf1fd52da0e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0c987ce3f42ac" /><Relationship Type="http://schemas.openxmlformats.org/officeDocument/2006/relationships/notesSlide" Target="/ppt/notesSlides/notesSlide13.xml" Id="R176aee5fec1644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759ee2315485b" /><Relationship Type="http://schemas.openxmlformats.org/officeDocument/2006/relationships/notesSlide" Target="/ppt/notesSlides/notesSlide14.xml" Id="Reb66a60d5b9747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3485889db4bd2" /><Relationship Type="http://schemas.openxmlformats.org/officeDocument/2006/relationships/notesSlide" Target="/ppt/notesSlides/notesSlide15.xml" Id="R57edf818f1054e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4724d00514fe7" /><Relationship Type="http://schemas.openxmlformats.org/officeDocument/2006/relationships/notesSlide" Target="/ppt/notesSlides/notesSlide16.xml" Id="R5ca38eee82a5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d6dddc4b14f84" /><Relationship Type="http://schemas.openxmlformats.org/officeDocument/2006/relationships/notesSlide" Target="/ppt/notesSlides/notesSlide17.xml" Id="R4729741cfad547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6b891fdfd406b" /><Relationship Type="http://schemas.openxmlformats.org/officeDocument/2006/relationships/notesSlide" Target="/ppt/notesSlides/notesSlide18.xml" Id="Rfb6926f49ca14e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3da305e3a4e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D1D3B-4674-4C1F-BC4B-B5313B72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F859-E65F-4DDC-9F85-8D9A10A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2BA79-F6B4-4833-82EB-F89C965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7DB8E-A0E9-43E4-A8E6-C6F62A3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1D435-4F6C-40A8-8580-494BF22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8A143-C4B0-4164-B711-C51DD5FE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CDF4B-C804-4D26-932B-F427A7C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040512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2928E-2D85-4375-B57F-1D2725B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39CBB-03F1-49ED-9385-91CDE9CE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89BAF-F71A-43EA-8A00-F43C8F9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OrgBrain 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1D025-6878-4C89-94FB-9F4B44E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BC7A5-9240-4D81-9A24-EA3F86C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EA7F-C3A0-48AD-93CE-B4656D00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9007E-7AE9-4BB0-8A85-8A77E30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9E8FF"/>
                </a:solidFill>
              </a:defRPr>
            </a:pPr>
            <a:r>
              <a:rPr sz="2400" b="1">
                <a:solidFill>
                  <a:srgbClr val="89E8FF"/>
                </a:solidFill>
              </a:rPr>
              <a:t>AIが動くたび、組織が学ぶ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A1783-47AF-4C8C-9119-66C25B6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課題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E075D-F96E-4738-B4D5-9F7B4F5D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859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判断理由が会話・ログ・人に散在し、人もAIも毎回ゼロから再調査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7FD7C-F716-421D-BBFA-818FDDC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A8260-2755-4EC1-84AE-894AB73C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仕組み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57143-9B06-48EE-8BAB-720EBE9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結論・理由・制約・却下案・出典を仕事の痕跡から記憶し、次のAI実行で想起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F709E-952B-4A8F-B370-6E6F0A8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9D247-1C44-4D06-BF82-3D6A4D0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E8FF"/>
                </a:solidFill>
              </a:defRPr>
            </a:pPr>
            <a:r>
              <a:rPr sz="1500" b="1">
                <a:solidFill>
                  <a:srgbClr val="89E8FF"/>
                </a:solidFill>
              </a:rPr>
              <a:t>導入効果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CEAD7-7B0A-43A7-A1FD-7A889E75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100人組織で年間約3,000万円・6,000時間の改善余地（試算）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F7AB-D05B-459B-84F6-E9FAE452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2E7C6-B828-40C2-BD81-217B60DC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導入方法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0DB45-71B1-4B79-864C-61D51D10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組織単位3万円/月〜、1チーム・8週間のPoCから開始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0AF9A-FA34-4AC0-BDC4-5118AA6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8DABF-8A96-45A8-8A97-60E40271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人数ではなく、組織メモリーをどこまで広く・深く使うかで課金</a:t>
            </a:r>
          </a:p>
        </p:txBody>
      </p:sp>
    </p:spTree>
    <p:extLst>
      <p:ext uri="{BB962C8B-B14F-4D97-AF65-F5344CB8AC3E}">
        <p14:creationId xmlns:p14="http://schemas.microsoft.com/office/powerpoint/2010/main" val="152764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D3A014-1568-4B52-97CD-B5AA283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2A8EA-AB70-490E-BAD6-078833F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3D0E3-3438-472D-B467-8B34165D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2758-E392-4B3D-9245-42F6FFDE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AABE6-B5EE-4C26-8D13-5F5A236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540F-7042-44C1-8007-6B31DE3D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8BFBF-1A4C-4FB4-AC59-E1EB445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609B6-8E5D-4EEB-ACC3-170A88E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8781E-9712-4F8E-BFCC-C7F0702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D4D15-A2A2-40DD-A771-ABCC83B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73B15-36F3-4168-A333-CB60B4F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5914D-4778-4940-BCCF-81732BF2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AFC58-E2F9-4651-BF45-E6E740E2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F5A58-9BBF-4FFA-9171-F75230CC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5E172-3384-4E95-947F-975CE565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CE7E6-A187-400A-884D-3CC8D23C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897BD-D306-448A-B42B-49C05CE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636E5-6E80-4209-B51C-F3B5CE28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CBA71-3845-4C92-BCB4-FA8B8DE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50D69-2D06-4359-B727-89F3A3D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CC7F0-3FD2-462F-BF60-85D7DBF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CA756-37B4-443D-BE05-F35CFB4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DBD62-4813-4927-AD4E-36CDA33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9ADC9-A6EA-4AE6-84D8-3ADEC50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4C1A6-9CD3-4121-8370-8C4CBBC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570EF-F855-4979-9C66-0ACCE08E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2CD6C-D14E-445A-A08F-39D1618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36534-E29D-4866-91AF-74C01528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C2232-EF22-4D32-AADF-FC4912BF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F9E6A-D818-4E01-AE20-ABE22CA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F3B43-7368-401B-A403-20F18852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CDBF50-EBEA-4AAD-8AA9-6B78401A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D5A02-035E-497E-B80A-DA50646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E8D02-9FB1-4E28-95C3-E3D7391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1FD11E-6EA0-4BF8-AF80-4018580C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1ED948-9F85-4A65-9026-42E74E5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654093-3230-40BE-8C55-DD19D66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AD23CB-D735-4420-9C2B-9A897AB2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F7FFAF-A250-4946-BAA5-2B7D66F2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91C6F1-2CAA-483E-8466-06EF6AD1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948465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3bb19a69c4e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3527A-34BC-4ED8-B205-DD474BEB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5BAE3-136D-48E8-92CC-10C1AE12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21FB-9D93-4E99-9179-16623B6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A8A68-7353-4159-8044-A855316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A684-D7F7-4123-AE97-946DE73A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C3F52-90A1-4AED-A6EB-5C38B316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10D94-C67D-4552-A160-2C2833F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208642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807EA-2C07-4126-A305-C2F2CE9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F53CC-EFF7-4C36-9B5D-A31430B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27017-B7E6-4905-9652-854A0DB8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59581-AC0E-4BF7-A317-91E9E3F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1464-F70B-4EB8-B46A-38D26F0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9BB06-130E-4FC8-9808-0156DCD9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A87AE-1A65-4F10-B33E-35C90018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BC038-E1F0-4D7E-93A2-C2AA52F2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2A754-E25D-42B0-9230-BA261B2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36090-0B30-42F0-9E60-D2D7714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F6C79-1B5E-4968-9AFA-4334F86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C5577-60EC-4396-9853-CFFFBAB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ED18D-13CF-4CDD-9A0E-8BB1862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8B971-83E6-4A81-8B0C-5D06B4D6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EE8C6-7E62-4DA7-BFDD-A029521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EED45-511E-4D45-8FE9-A566D4A2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8AC7C-1EF2-4772-BA85-5B3874C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94DD2-3AB5-4178-B606-EB84112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FED91-2C8D-4BC7-9048-1E59EB8F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46B9A-B071-4780-97BA-B1FC632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DBA3C-901A-4310-834D-035377E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4FF26-0C6B-4964-8655-3C4E05D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FC940-5AA0-4806-AA10-1EA7FAC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2AFCB-BE4B-4F61-B39B-07FE171A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098150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59E791-78DC-44B9-B176-6C83857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D79B6-7096-489D-9950-1AAE298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71127-52F6-450C-9141-E5CC15E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普段の仕事が、そのまま組織の記憶に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D59CF-F1CC-4052-B751-8297843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0683F-7C55-4AEA-90EE-A56D14A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71476-63AE-45E1-8340-E479CA1E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52E4B-2E1B-4754-A9BD-D880D72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追加入力なしで、既存の仕事の痕跡から必要な文脈を整理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BB960-6F76-4A92-A525-2F680B6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CB046-C413-4048-B944-A2F2E5F8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0AB03-3457-49FC-BB63-F80E76F1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01A16-4169-4420-A7BE-2CDC1F48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BDE32-8021-445A-9A04-F0711A38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仕事の痕跡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1132B-C3AD-453B-BC92-743B1363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A4C4C-3513-417E-AC7D-620DB54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B7307-C7EA-4606-998F-932AC6E0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0C032-EFBA-429C-904B-7C37F8D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組織記憶レイヤー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1D70B-6A5D-4B09-8E1E-16874F8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03678-4CD1-40EF-A9CA-3DD0A78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BA47-CD83-4385-A5FD-6C37C8D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78089-3FE4-4EF7-81A7-7128DE2B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00F96-6089-42A3-944F-0C58E013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4FDF1-6C9F-4FE7-8CC6-AD6D2E34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AEA46-4D5E-4CD1-9E75-4CC8793C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A283F-2890-45D9-B746-07D2627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80E62-EEAB-4786-8789-3B004DB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1C759-8F57-4839-AF47-2D6C40CA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E5FCD-490F-4393-AF2A-A7973DB5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22AB26-6BAB-4997-907F-846F7CC1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3F9AB-17A6-45D6-B190-2EB75AC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3E1C9-32B7-4627-B8EB-E0432265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35E87-A17A-4DD5-95D8-A13FDE2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想起</a:t>
            </a:r>
          </a:p>
        </p:txBody>
      </p:sp>
    </p:spTree>
    <p:extLst>
      <p:ext uri="{BB962C8B-B14F-4D97-AF65-F5344CB8AC3E}">
        <p14:creationId xmlns:p14="http://schemas.microsoft.com/office/powerpoint/2010/main" val="1111296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22866-D7AE-4F40-BF5C-91D6729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33073-6966-4492-950C-DBDD0FD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4F7DC-4FDE-4873-8426-83139A5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3FE6F-EAFE-48AB-9737-BC92C471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30A25-C33C-4DC1-89E2-1B28DF9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C945F-DB52-45BB-98EB-4E5E56E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F2475-FCE4-4410-8487-AC581F9F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79DFB-4A20-4DE9-AC2A-04DC903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FF7AE-A3D3-4BB7-9D87-7A700E8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E1275-C7F0-4F74-A6D7-07ECC34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E558F-D139-4DC2-9242-FE2794A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2C143-32B7-4565-8C9D-778DC36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AE07A-9618-4921-84C9-04FD65C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705F8-6345-45F7-B5C6-C76CF4C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B586A-267F-4FC3-9DA9-D4DFA49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97D28-8372-48EF-86D4-48665C6E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20A9B-4B97-44E8-8066-5D1CAE8E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E187D-5EBD-468F-AEB2-88E194F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00FB5-8A26-4567-AF55-5D5AB32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8D2E1-F8BE-4307-AA43-2F45160B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81490-74B5-4BB8-80EB-F0152FB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D2FB8-5FE9-4098-BC42-27C2F39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7CDBA-0857-43E2-BF2A-362F1E5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1593930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FBDB0-1F6E-4397-89D0-F9BE09F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F7E9D-33A7-4604-A74D-4AA42DB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07290-E6BB-48DC-B12D-CCE4C2C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632D5-31F7-47C3-9D23-ED9FFE73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E7854-F6AC-44C4-9523-11B8927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F51AE-DF82-4953-8C65-D65B28C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70C60-4DFC-4F90-845D-05A0343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85B15-2408-4C76-A776-4C74B019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74AA6-65EE-4E9C-A1CB-B713752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7E7F2-ABD4-4861-95A8-CD10B78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20C6-9A68-4B90-B50D-CF0D77C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5F345-67AE-4AC0-8A39-03EA38D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6F40E-1D9F-44D8-91EB-BF53596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CC8FB-685F-476B-8047-58FA95E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456A6-129A-47EE-A361-17D2D36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7E3A6-7BBE-4FF2-9583-1046BE48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0E485-7705-40C5-95E6-518CDAC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A4082-E7ED-4F35-A1FF-8C92620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68F01-7F9B-445C-B285-1D3BC467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1EE7F-AC1D-4267-9C92-BF638961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F8737-E986-448F-A021-2A681886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A8F7E-771F-4297-BDDC-74B0B9A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814515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C98591-B7A2-4F4F-A16C-09B1CB0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8B9D-EE9A-4C5D-AB0D-C006D42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7FF8-EB37-4AC3-A11F-62E1AACF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96B5A-A175-47C1-862D-1127BC3C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15C87-4DF8-4FC9-A9BF-41A2349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EDC8-7BCE-4C10-B626-EA46BAF2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D9F1-4734-4B06-85E2-3A4ADD6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114BA-FC29-4924-B7DA-83C4181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95A82-CB18-431F-9D14-A9C3A5C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97F6C-77D3-4223-AA0B-D27016D2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9297D-0C73-4DF3-9264-A8F7A5B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CBAF1-0796-4950-8C9A-0D6ED4A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C3581-4088-44CD-AC73-82821A5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6A3C1-3B9F-4E52-9B3D-3F8BEE2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28DA2-05D9-44FC-9297-6730BA98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B712E-4186-4C1A-8046-41BB4FDF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A2E79-9A82-4F96-8694-505195F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D1AFE-C51F-402B-B787-714F448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EA919-6204-4344-B196-29572FA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0AC5F-CBBA-479D-BF07-485520C8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C6BF2-5DBC-4C91-9542-7A0E3F6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A7E41-9BC7-4598-80A8-B7ADC85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5C32F-993F-43C4-AC3B-C17A53A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57271-7FF2-4735-B45F-1075B6E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FE729-4BD5-4C86-A576-BAAB746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2BB4B-9978-4648-B9E0-A70F59B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1DE78-0405-4D04-981B-14253461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2AB5C-3542-4141-A979-155EBF0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A3A26-4D74-4867-9668-45C1AEE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76047-962D-441E-B248-89DF033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E5456-BFF1-4ECF-A62C-65E99711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1F5D7-3C5E-4637-9BDC-8B0DE21C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65AFE-2E99-4D28-AF32-8E46FD2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90390A-0F76-465B-88DA-D018969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1AFC09-5385-4425-B2EF-75EB429A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DE6B3A-A5E8-4309-B3C2-DA76C857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95AE1E-D9D8-4219-A9C1-8732D06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33A1B3-286A-44D3-B467-C2C1E0BD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312629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2D0D3-4BC9-478D-845D-04254BA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62DB5-D76C-43E4-9B69-28D55FCF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A45DF-2B27-4A72-880A-B2582BD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代表4職種で、AIと人の“やり直し”を削減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0AA8D-BFCB-4C0E-B62F-5071AAC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B9C80-6269-4C78-9DDC-8B1B938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9C871-E667-4DD8-B7E2-7C2F260F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B4A4D-50F5-46DC-BBB5-58F98EE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C4ED4-1ED8-47CA-88A6-E583BE1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4E875-FD58-4903-AF18-E31908C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B5A73-84B4-4701-B8AF-6ECAF79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62347-80F3-419C-BE38-7C6E4D00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2965E-D2AF-41AE-9F1B-D3A84D4E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39DCF-3D91-48C9-B23B-5D675F3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B53F3-A2F6-44D4-9404-A697B323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E089D-A2EA-4C30-B3B1-7C51E11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8D12-6ED8-4185-AE95-552A284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DA633-909A-4796-B68B-718C30DE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17D82-8503-4162-A584-360A9295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824E6-2876-4E13-A103-BCE1D5C7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B00A2-32CF-464A-8F67-2A0F964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E99B0-E0B4-4063-A155-E2FC3510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05E98-F2DE-4408-A957-A98C555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E6AC2-ACF7-46E5-ABBD-A35310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2C444-C310-470F-AE4A-01297299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12A5-AC7B-4AE2-91CB-D05DA26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77195-A5B9-48DA-9396-C58B767F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55DE8-A08E-47FE-8BE2-63EED6A9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B8AAE-D63C-4F08-B25D-8EFDC80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611613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4E8B3-C1A2-47D6-B8FA-66168F0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A6B08-56EC-430B-936E-AC10205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6FCD0-F118-421E-9624-A159F23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2D434-98B2-402B-8749-4772F97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43BF7-F8F6-4FAE-8E59-A5D2241E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97478-8C06-4B0C-A964-A66E042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0B514-058F-46C4-8238-90E6E5B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D3BDC-2EA2-4E05-B61C-9566B1E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A48A6-5F7B-4BA8-9B2B-348C910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E05B2-E07E-4D2E-BC75-AE949D00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9E8FF"/>
                </a:solidFill>
              </a:defRPr>
            </a:pPr>
            <a:r>
              <a:rPr sz="2100" b="1">
                <a:solidFill>
                  <a:srgbClr val="89E8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25777-4849-4FE0-B456-04C3485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7E6B9-943D-4F90-A872-43F33CB5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3FF9C-2748-4597-ABF6-A1213CF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5A913-A833-4E27-A589-3E9C44E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C4AC3-3F91-4155-8E9E-E29D26C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9E8FF"/>
                </a:solidFill>
              </a:defRPr>
            </a:pPr>
            <a:r>
              <a:rPr sz="2100" b="1">
                <a:solidFill>
                  <a:srgbClr val="89E8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41231-99F4-4B93-9DBE-65845DA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B6B59-D83C-43FE-8770-DE0CB3C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01501-921B-4B4F-9E87-1819255E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9FC93-4359-4FF2-B979-C60D59CA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0F54A-D87C-4806-AE94-2151D848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9E8FF"/>
                </a:solidFill>
              </a:defRPr>
            </a:pPr>
            <a:r>
              <a:rPr sz="2100" b="1">
                <a:solidFill>
                  <a:srgbClr val="89E8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AF4E1-E4DE-4496-90FB-FB85AE09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8C4D9-11B7-41D1-8AE6-C500546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AF762-8774-4800-9834-30872C35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8516218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C31816-7408-4EA4-BD3B-715D0166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01659-4D2C-402F-AF23-CC08D4B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E8AD-172C-4AB7-90CE-4F72D9A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効果を測る4つの実装ログ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8D173-FD43-4C54-843E-250E7398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992F5-8BE9-4B3A-A69C-EC9AABF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1C2CA-A661-4BC0-BF35-9D4BC1B3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5B9F3-1AF2-4ED8-A4E9-5EBF467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9EAF-2282-4A36-AE29-62DC6C5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0464F-DF3D-4D3F-9891-6A89739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96400-E7B9-4F1A-A11D-4FE2331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ヒット率・fallback率・p95遅延・検索回数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68AAD-6406-43DB-9D06-A0F912B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14883-F40D-48ED-B8EB-5534DFB6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探し直しと検索性能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91A06-84F6-4BAA-8F67-CF46F63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E13D9-3B56-408B-8898-74434374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D413F-13E2-4E70-952D-2C21E98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4300B-DC43-46C0-B793-376D885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memory_used・avoided_lookup・参照Memory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83DB0-27FA-40D1-B5FD-929E7B3D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F9904-3A6E-42A8-8467-3E646B9B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再検索回避と記憶の寄与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92340-721A-4A80-A4D2-838AB82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C889C-7680-4200-90EC-548A2A21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5A8BE-9C89-4D27-BB3A-95C5872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7CA3F-934B-40F7-8EFD-EEDF1623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control対treatmentのtoken・cost・duration・quality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627CD-8B1B-4702-8C07-9F1B739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6279D-C105-4349-89F5-764E0CB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トークン節約と完了効率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147EC-F723-4F82-ADF8-7DF9EA05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1C7A8-8F74-482D-A3FE-1D46279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53A1B-E187-4D1D-97AE-F47ACB72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5585B-2517-46D2-9603-26EB53C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完了時間・失敗・denied・権限外アクセス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B05FB-61CE-44A1-9BEB-207156E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362B9-BEEE-4792-9C30-38F3500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業務成果と安全性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7ED17-4F74-41D1-8FE2-D67C27EA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50D485-6CDB-43AC-92A4-50A04ADE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PoCでは導入前ベースラインと8週間後を比較し、検索時間・トークン・完了時間・権限違反を判定</a:t>
            </a:r>
          </a:p>
        </p:txBody>
      </p:sp>
    </p:spTree>
    <p:extLst>
      <p:ext uri="{BB962C8B-B14F-4D97-AF65-F5344CB8AC3E}">
        <p14:creationId xmlns:p14="http://schemas.microsoft.com/office/powerpoint/2010/main" val="18036572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74C4A-E984-49CB-8DAF-54A8EE28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D844-E577-47A9-9987-3C278C7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818A2-3219-494E-B0F5-E9DAB55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D45EE-C476-45A5-A363-D528367E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F6E68-91EB-4A35-9501-D44F31E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C8D8A-75BF-41FE-96B8-E52D07F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D5B3-D43C-40D8-BFDA-500020B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D7BA4-1865-4EA9-A61D-7DB03D56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063A0-F1A6-402B-B7C4-9CAADB8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16F9-CD0A-4A4C-BEC4-4685853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6FC22-F7AD-45F2-8D00-6D759213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AE9F4-CC4E-44ED-A036-1BB57CD3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27A4C-A1AC-4355-B22C-2974630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92978-28BB-4684-9EBA-7E8BC07D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A2277-4C99-48FA-B466-D35B4EE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991FF-1461-479E-9FE7-F2EAE678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8C972-9856-4130-976A-A2E92FF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620A8-1002-44CE-896B-A4DA2C31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全社員・全AIを基本料金に包含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41321-C09E-4949-B347-A0DC6658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5A6A6-4051-4B58-BB6A-6D0A689B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A0074-E15D-420C-B323-76E39F9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利用拡大時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ABF1B-055E-454D-83A6-B32FA8D6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利用を広げるほどコスト増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9FCDD-AC40-4F0C-B490-EA8EA537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記憶の接続と1人当たり価値が拡大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5DBCB-8FEC-4336-B54C-247812D6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8497E-A4F9-4813-A99F-BE05F0F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8BECC-E92F-4369-9AAC-7F9C494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9E8D3-99A8-47CA-BE3F-B1F6213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ECC3A-0008-4F6D-A24F-AA3C867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全社で使うほど、組織メモリーの価値が増える料金設計</a:t>
            </a:r>
          </a:p>
        </p:txBody>
      </p:sp>
    </p:spTree>
    <p:extLst>
      <p:ext uri="{BB962C8B-B14F-4D97-AF65-F5344CB8AC3E}">
        <p14:creationId xmlns:p14="http://schemas.microsoft.com/office/powerpoint/2010/main" val="1009839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772B7E-971E-4802-B617-081A195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B8D1E-BC25-4312-B6B0-68CEFF74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A019A-3420-4FBF-B8CF-1A0F8D51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9FB2-3DCB-4BF8-A33F-6CD40E1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3E398-3FE8-4E9D-AC7D-B48DABB6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95D4-1E10-4F3F-9AAE-C7214963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550D2-74F8-4A9D-A95E-A561C0D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8E06A-7B67-4E75-87D1-7F75B0A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4CBFA-310E-46F3-A6B2-836096D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AC75B-848E-4BB5-8998-0D545FB6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580DF-195F-4241-8F51-8B3445FD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439F-3241-4341-842D-4E017BF1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4510B-5EF0-497D-813A-9FC5A3DB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3F6C-D465-4AAC-B2B8-3577DCE2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8C2D1-6484-4520-A50D-59F7FF3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C103F-4564-457E-961F-4B921768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CC21B-2F8E-4777-95F9-333F70F1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F8253-D72F-49A0-AF9A-BC55D93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21C79-CA34-40BC-801F-46485D4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346E2-F25A-4B07-AB30-C7F87191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7CD16-14C7-41C1-9EAC-40D8E25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7F95"/>
                </a:solidFill>
              </a:defRPr>
            </a:pPr>
            <a:r>
              <a:rPr sz="1650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F1245-0126-4714-90EE-28D7101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CD7BF-193F-4E68-9C61-CB9507D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FCBD1-2C2F-4880-8EDE-8266253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6EDE9-95E2-40DB-A48C-128730FD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55C96-9E2F-49BE-B4BC-286D59C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E09EB-5EBB-44CA-B269-29D1094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DE8C2-4001-4238-80F3-30191601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EB28AB-5927-4DAE-9989-2169DD3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8F74F-F552-48E4-B9AA-FDA8071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DC61F-63CB-4F82-A57C-435244C8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5DD5E-1775-437A-B166-1ED588E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8755729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29230-38A6-4C11-AFDC-FD47EEC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DABD9-F5A3-47C2-BE32-28F9BAD6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18F5F-A595-4212-9A17-4A2F0359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AD46A-8682-48E0-B04F-220BBB0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CF99-8E04-4FDD-9DF1-9845AED0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A34B-819D-4A7A-829F-2A4F221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F030-378B-44AD-B8AD-BC123729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820C9-48AA-49EC-95DC-632E44B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EFB98-41BA-4D80-9DD6-22FB65CE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CF9BA-ED05-4FF2-92C6-C8226D15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82D1F-210F-49C1-96C0-F336C61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E5080-0718-4711-A2CC-2C2BC849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93E2E-8126-41D5-9958-9DF87990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F65F6-9A05-493D-9053-E2B5C24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E8557-7EEE-4D6D-B1FF-0EE1584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B757E-A003-4386-A8E0-598E7C9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1万円〜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91CDE-D3BE-45D0-A073-A8469FF9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53AA7-FC7C-4FD6-981D-FC27235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2BBB4-BA23-4380-A0EE-D47AB7F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9FF37-52D1-4C84-AA6B-21B2CE6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F5B2B-F913-4841-B613-1E6CFCF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7F2DE-4A2B-49A1-93E2-71DDA8CF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D2B4A-6CA3-4E2F-9E8C-C7F2ED5E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2A977-4B96-444D-814B-56D97A09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A8250-8808-4445-A444-7F9990E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69FD2-2615-41DA-95A0-0708C9E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B3CB3-F095-46AA-B2B9-0C89E030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AF3D7-28CA-4293-A317-6EE5A31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7AB76-700B-4413-88F2-BF73C4E9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306A2-063B-4D0E-95A9-10B5E89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1組織 / 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B9E7F-28B6-468B-8550-1272F8CE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E7ADE-E59E-4165-B511-BAD4902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高度な権限・監査・SLA／専用環境は個別見積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4C769-A949-4681-801A-16A4400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238DC-E12B-4707-B6EB-6FAB65D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033B2-1CC7-4F66-8833-BCA8A8D4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F1F881-C313-4E20-AFCF-B22E02D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92DC52-98D5-4671-B436-B1218BD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1DCBA-5EE9-4C13-9D3F-68B21F3A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20201213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C1ED7-4EB5-42CA-A9F1-A828CAE6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6DC38-C2A3-490B-88BC-B6052D6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5C8D4-4379-4936-82EE-B20892E1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FC4DF-22E9-4452-B977-9178DE2F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717EB-7211-4EDA-9C8D-BBC095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5638F-88FE-41BB-81D3-3D0330A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D2CB6-69B2-4D86-B262-7D46DA0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BAB92-95AB-4DB8-A259-775A606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174D8-3FCF-4F18-9F4E-FA48E014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E76B7-B61B-4AAC-8BDF-41EA3DF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A08CD-3867-492C-8F61-B9789A8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8345C-EA2B-4427-817C-6BB4CED8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470C8-8C42-4400-A167-2A12434C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972E7-4118-417A-86DD-97E209D9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4C9DB-0813-43DE-9989-4BB3589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881A2-4D3C-42B0-870A-92A2085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45AFC-171F-473C-80E6-D3087CF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E277C-DBB6-435F-A45E-4286C98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18905-2089-4714-988E-81A3C14C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32C0D-EC58-409F-922A-C2F14FB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FBF3F-1891-4FF0-AC0F-0D9D6720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0F745-0D61-4736-B692-0C2472B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8143364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ACEA8-D229-4710-8975-F568D165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D277E-19F1-4241-903B-3B72172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4110C-1A7B-4710-81ED-4DECC29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85E12-BE4C-40A6-9B4B-4F6896E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E290F-BC61-44F5-8FDD-F0E8A077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34535-B1B5-44C5-9E24-5D5BBEDA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E2313-E36E-4893-8724-3B1002A6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BAFB6-10C7-49AD-A4A3-C4153D0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71ADC-BF43-4EFB-AF9F-55D1B0C6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F2874-B97E-4884-BC71-EDAE604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1252-1D46-4670-B329-B616CD33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962DB-FBCC-4195-A417-C24264B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237FF-4B2D-44C8-94B9-67E208C4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1B23-581D-4496-8783-933226DF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45856-54A5-484B-B1BC-DD8E71B1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39E6D-6B60-410C-99D7-3103C70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18C83-E726-4CBC-88EA-3EE6358D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AD651-F737-4C4B-9456-4C51596B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6993F-0B31-4A5A-B558-495E56D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90822-ECFA-4664-A351-4CCF818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58688-8A56-4AC7-BB63-8FBEA32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54EF4-E3B5-4813-865F-643D751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474964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FA445-1537-4DB4-97FB-A8BB2799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CD30B-1439-497F-B300-98A06F2A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5ACC2-53FE-4587-9AD5-287900DA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92E12-7ACB-4B81-AC8B-26695A6D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DE3B8-FB6F-42AA-9FC2-59B53D0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BD09-7D86-44A6-96D0-7B903A9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B1BB7-014E-40FF-A0A5-299AB4AD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686C-6E56-46C0-9857-AA4FC0C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B40A-2FB0-4B66-A114-4D35758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E2E5B-4473-4A6E-891B-5DD2276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BF357-D40E-4081-8338-AE0AD83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5D3FD-2978-4492-8408-42AF4421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3AFFC-168A-4FFF-A00B-F030404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1952980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2026-08-07T10:04:59.7520000Z</dcterms:created>
  <dcterms:modified xsi:type="dcterms:W3CDTF">2026-08-07T10:04:59.7520000Z</dcterms:modified>
</coreProperties>
</file>