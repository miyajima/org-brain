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19279669b402e" /><Relationship Type="http://schemas.openxmlformats.org/officeDocument/2006/relationships/extended-properties" Target="/docProps/app.xml" Id="R1b3cf81bc26a4245" /><Relationship Type="http://schemas.openxmlformats.org/officeDocument/2006/relationships/officeDocument" Target="/ppt/presentation.xml" Id="R295336cdae2242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5168d538914f43"/>
  </p:sldMasterIdLst>
  <p:notesMasterIdLst>
    <p:notesMasterId xmlns:r="http://schemas.openxmlformats.org/officeDocument/2006/relationships" r:id="Rfd92ee59b93e41b7"/>
  </p:notesMasterIdLst>
  <p:sldIdLst>
    <p:sldId xmlns:r="http://schemas.openxmlformats.org/officeDocument/2006/relationships" id="256" r:id="R8f095bcfe84a46ad"/>
    <p:sldId xmlns:r="http://schemas.openxmlformats.org/officeDocument/2006/relationships" id="257" r:id="Re84e913825c049a8"/>
    <p:sldId xmlns:r="http://schemas.openxmlformats.org/officeDocument/2006/relationships" id="258" r:id="R22e1e944a5ee41ed"/>
    <p:sldId xmlns:r="http://schemas.openxmlformats.org/officeDocument/2006/relationships" id="259" r:id="R2fb2a2523b734352"/>
    <p:sldId xmlns:r="http://schemas.openxmlformats.org/officeDocument/2006/relationships" id="260" r:id="R3a1157fba9504781"/>
    <p:sldId xmlns:r="http://schemas.openxmlformats.org/officeDocument/2006/relationships" id="261" r:id="R3026b5dba75b4bb2"/>
    <p:sldId xmlns:r="http://schemas.openxmlformats.org/officeDocument/2006/relationships" id="262" r:id="R896258f7ce414f54"/>
    <p:sldId xmlns:r="http://schemas.openxmlformats.org/officeDocument/2006/relationships" id="263" r:id="Rebfb894f49f04ae0"/>
    <p:sldId xmlns:r="http://schemas.openxmlformats.org/officeDocument/2006/relationships" id="264" r:id="Rc8afb470bac34aef"/>
    <p:sldId xmlns:r="http://schemas.openxmlformats.org/officeDocument/2006/relationships" id="265" r:id="R1ee9b36c2f054f4b"/>
    <p:sldId xmlns:r="http://schemas.openxmlformats.org/officeDocument/2006/relationships" id="266" r:id="R3183516e46bc4e39"/>
    <p:sldId xmlns:r="http://schemas.openxmlformats.org/officeDocument/2006/relationships" id="267" r:id="R547c66485fee4755"/>
    <p:sldId xmlns:r="http://schemas.openxmlformats.org/officeDocument/2006/relationships" id="268" r:id="Rd5219a25b4d94cab"/>
    <p:sldId xmlns:r="http://schemas.openxmlformats.org/officeDocument/2006/relationships" id="269" r:id="R38dee0556b7a4584"/>
    <p:sldId xmlns:r="http://schemas.openxmlformats.org/officeDocument/2006/relationships" id="270" r:id="R0be42c49aded4905"/>
    <p:sldId xmlns:r="http://schemas.openxmlformats.org/officeDocument/2006/relationships" id="271" r:id="R881e733f3df14662"/>
    <p:sldId xmlns:r="http://schemas.openxmlformats.org/officeDocument/2006/relationships" id="272" r:id="R40f9ae82e6d64b15"/>
    <p:sldId xmlns:r="http://schemas.openxmlformats.org/officeDocument/2006/relationships" id="273" r:id="Rf739a10348e942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17cbcdf17c41e6" /><Relationship Type="http://schemas.openxmlformats.org/officeDocument/2006/relationships/slideMaster" Target="/ppt/slideMasters/slideMaster1.xml" Id="R365168d538914f43" /><Relationship Type="http://schemas.openxmlformats.org/officeDocument/2006/relationships/notesMaster" Target="/ppt/notesMasters/notesMaster1.xml" Id="Rfd92ee59b93e41b7" /><Relationship Type="http://schemas.openxmlformats.org/officeDocument/2006/relationships/presProps" Target="/ppt/presProps.xml" Id="R6a7f551403d44c02" /><Relationship Type="http://schemas.openxmlformats.org/officeDocument/2006/relationships/tableStyles" Target="/ppt/tableStyles.xml" Id="Rdc411de1eb9442e8" /><Relationship Type="http://schemas.openxmlformats.org/officeDocument/2006/relationships/slide" Target="/ppt/slides/slide1.xml" Id="R8f095bcfe84a46ad" /><Relationship Type="http://schemas.openxmlformats.org/officeDocument/2006/relationships/slide" Target="/ppt/slides/slide2.xml" Id="Re84e913825c049a8" /><Relationship Type="http://schemas.openxmlformats.org/officeDocument/2006/relationships/slide" Target="/ppt/slides/slide3.xml" Id="R22e1e944a5ee41ed" /><Relationship Type="http://schemas.openxmlformats.org/officeDocument/2006/relationships/slide" Target="/ppt/slides/slide4.xml" Id="R2fb2a2523b734352" /><Relationship Type="http://schemas.openxmlformats.org/officeDocument/2006/relationships/slide" Target="/ppt/slides/slide5.xml" Id="R3a1157fba9504781" /><Relationship Type="http://schemas.openxmlformats.org/officeDocument/2006/relationships/slide" Target="/ppt/slides/slide6.xml" Id="R3026b5dba75b4bb2" /><Relationship Type="http://schemas.openxmlformats.org/officeDocument/2006/relationships/slide" Target="/ppt/slides/slide7.xml" Id="R896258f7ce414f54" /><Relationship Type="http://schemas.openxmlformats.org/officeDocument/2006/relationships/slide" Target="/ppt/slides/slide8.xml" Id="Rebfb894f49f04ae0" /><Relationship Type="http://schemas.openxmlformats.org/officeDocument/2006/relationships/slide" Target="/ppt/slides/slide9.xml" Id="Rc8afb470bac34aef" /><Relationship Type="http://schemas.openxmlformats.org/officeDocument/2006/relationships/slide" Target="/ppt/slides/slide10.xml" Id="R1ee9b36c2f054f4b" /><Relationship Type="http://schemas.openxmlformats.org/officeDocument/2006/relationships/slide" Target="/ppt/slides/slide11.xml" Id="R3183516e46bc4e39" /><Relationship Type="http://schemas.openxmlformats.org/officeDocument/2006/relationships/slide" Target="/ppt/slides/slide12.xml" Id="R547c66485fee4755" /><Relationship Type="http://schemas.openxmlformats.org/officeDocument/2006/relationships/slide" Target="/ppt/slides/slide13.xml" Id="Rd5219a25b4d94cab" /><Relationship Type="http://schemas.openxmlformats.org/officeDocument/2006/relationships/slide" Target="/ppt/slides/slide14.xml" Id="R38dee0556b7a4584" /><Relationship Type="http://schemas.openxmlformats.org/officeDocument/2006/relationships/slide" Target="/ppt/slides/slide15.xml" Id="R0be42c49aded4905" /><Relationship Type="http://schemas.openxmlformats.org/officeDocument/2006/relationships/slide" Target="/ppt/slides/slide16.xml" Id="R881e733f3df14662" /><Relationship Type="http://schemas.openxmlformats.org/officeDocument/2006/relationships/slide" Target="/ppt/slides/slide17.xml" Id="R40f9ae82e6d64b15" /><Relationship Type="http://schemas.openxmlformats.org/officeDocument/2006/relationships/slide" Target="/ppt/slides/slide18.xml" Id="Rf739a10348e9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e62aec699a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131e905bb4475" /><Relationship Type="http://schemas.openxmlformats.org/officeDocument/2006/relationships/notesMaster" Target="/ppt/notesMasters/notesMaster1.xml" Id="R8c766683776b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619ce13dd9402f" /><Relationship Type="http://schemas.openxmlformats.org/officeDocument/2006/relationships/notesMaster" Target="/ppt/notesMasters/notesMaster1.xml" Id="R3f7808397a3f41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25e57e1ee4439" /><Relationship Type="http://schemas.openxmlformats.org/officeDocument/2006/relationships/notesMaster" Target="/ppt/notesMasters/notesMaster1.xml" Id="Rb428dea905dd41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f069307054477b" /><Relationship Type="http://schemas.openxmlformats.org/officeDocument/2006/relationships/notesMaster" Target="/ppt/notesMasters/notesMaster1.xml" Id="R28d05e800a9744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2b2ff52c9745cb" /><Relationship Type="http://schemas.openxmlformats.org/officeDocument/2006/relationships/notesMaster" Target="/ppt/notesMasters/notesMaster1.xml" Id="R585dd5da57134f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e321fdf0740de" /><Relationship Type="http://schemas.openxmlformats.org/officeDocument/2006/relationships/notesMaster" Target="/ppt/notesMasters/notesMaster1.xml" Id="R8cb7ffa3211c41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eea5b2e38742e8" /><Relationship Type="http://schemas.openxmlformats.org/officeDocument/2006/relationships/notesMaster" Target="/ppt/notesMasters/notesMaster1.xml" Id="R5192aa3e7dc74b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9cad521a8e4dff" /><Relationship Type="http://schemas.openxmlformats.org/officeDocument/2006/relationships/notesMaster" Target="/ppt/notesMasters/notesMaster1.xml" Id="Rce41ba78dd2147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f78924d35f434e" /><Relationship Type="http://schemas.openxmlformats.org/officeDocument/2006/relationships/notesMaster" Target="/ppt/notesMasters/notesMaster1.xml" Id="R51bb5dafa25d49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0587be1e134d19" /><Relationship Type="http://schemas.openxmlformats.org/officeDocument/2006/relationships/notesMaster" Target="/ppt/notesMasters/notesMaster1.xml" Id="R263b3dbe6d8649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c0846ed6a14385" /><Relationship Type="http://schemas.openxmlformats.org/officeDocument/2006/relationships/notesMaster" Target="/ppt/notesMasters/notesMaster1.xml" Id="Re162d10c252e4e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2e7ed798664e39" /><Relationship Type="http://schemas.openxmlformats.org/officeDocument/2006/relationships/notesMaster" Target="/ppt/notesMasters/notesMaster1.xml" Id="Rcae3a441fefe4b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52d9fe97e24658" /><Relationship Type="http://schemas.openxmlformats.org/officeDocument/2006/relationships/notesMaster" Target="/ppt/notesMasters/notesMaster1.xml" Id="R87989ce7093341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56f57ecd7c4af6" /><Relationship Type="http://schemas.openxmlformats.org/officeDocument/2006/relationships/notesMaster" Target="/ppt/notesMasters/notesMaster1.xml" Id="R40a7b76adcc142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1c13649ee34676" /><Relationship Type="http://schemas.openxmlformats.org/officeDocument/2006/relationships/notesMaster" Target="/ppt/notesMasters/notesMaster1.xml" Id="Rf6609d1288d548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f2da2b4e5947a5" /><Relationship Type="http://schemas.openxmlformats.org/officeDocument/2006/relationships/notesMaster" Target="/ppt/notesMasters/notesMaster1.xml" Id="R70a45d46d8f047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34ef15434e4f44" /><Relationship Type="http://schemas.openxmlformats.org/officeDocument/2006/relationships/notesMaster" Target="/ppt/notesMasters/notesMaster1.xml" Id="R922baf46a1844b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42e4a160674969" /><Relationship Type="http://schemas.openxmlformats.org/officeDocument/2006/relationships/notesMaster" Target="/ppt/notesMasters/notesMaster1.xml" Id="R4d6fbe1dbe3b49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plan names and price images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ba2b52c6143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3e8fc3586e44d0" /><Relationship Type="http://schemas.openxmlformats.org/officeDocument/2006/relationships/slideLayout" Target="/ppt/slideLayouts/slideLayout1.xml" Id="R01e8860d504a4c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8860d504a4c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bc2eb0b0846df" /><Relationship Type="http://schemas.openxmlformats.org/officeDocument/2006/relationships/image" Target="/ppt/media/image.png" Id="R5eee50c8289b4699" /><Relationship Type="http://schemas.openxmlformats.org/officeDocument/2006/relationships/notesSlide" Target="/ppt/notesSlides/notesSlide1.xml" Id="Rc5634671ec134e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c838ac66347d3" /><Relationship Type="http://schemas.openxmlformats.org/officeDocument/2006/relationships/notesSlide" Target="/ppt/notesSlides/notesSlide2.xml" Id="R73a1f830628648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6cc70ebfa4e6e" /><Relationship Type="http://schemas.openxmlformats.org/officeDocument/2006/relationships/notesSlide" Target="/ppt/notesSlides/notesSlide3.xml" Id="Ra67365e8df774a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315b0c8074adb" /><Relationship Type="http://schemas.openxmlformats.org/officeDocument/2006/relationships/image" Target="/ppt/media/image2.png" Id="R11f6fc5e82ff4e93" /><Relationship Type="http://schemas.openxmlformats.org/officeDocument/2006/relationships/notesSlide" Target="/ppt/notesSlides/notesSlide4.xml" Id="Rbc4a036ce52848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44fa8b2e44ba4" /><Relationship Type="http://schemas.openxmlformats.org/officeDocument/2006/relationships/notesSlide" Target="/ppt/notesSlides/notesSlide5.xml" Id="Rbeb5f9951454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91d1eadaa486a" /><Relationship Type="http://schemas.openxmlformats.org/officeDocument/2006/relationships/notesSlide" Target="/ppt/notesSlides/notesSlide6.xml" Id="R1bc2f984a938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5a47076544a3c" /><Relationship Type="http://schemas.openxmlformats.org/officeDocument/2006/relationships/notesSlide" Target="/ppt/notesSlides/notesSlide7.xml" Id="R6758b50ef7c945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b74fca9eb43a9" /><Relationship Type="http://schemas.openxmlformats.org/officeDocument/2006/relationships/notesSlide" Target="/ppt/notesSlides/notesSlide8.xml" Id="Rb1f238cd9e6b44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6f8ee628247fd" /><Relationship Type="http://schemas.openxmlformats.org/officeDocument/2006/relationships/notesSlide" Target="/ppt/notesSlides/notesSlide9.xml" Id="R5f9c00ea0dae4c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9a2f62ec646f9" /><Relationship Type="http://schemas.openxmlformats.org/officeDocument/2006/relationships/notesSlide" Target="/ppt/notesSlides/notesSlide10.xml" Id="R6bfd5f20be184a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e1d05d0f24e97" /><Relationship Type="http://schemas.openxmlformats.org/officeDocument/2006/relationships/notesSlide" Target="/ppt/notesSlides/notesSlide11.xml" Id="Rc06ab516bbd34d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7f78d03bc4fe9" /><Relationship Type="http://schemas.openxmlformats.org/officeDocument/2006/relationships/notesSlide" Target="/ppt/notesSlides/notesSlide12.xml" Id="Rb38b321c057543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093ebd5f844e9" /><Relationship Type="http://schemas.openxmlformats.org/officeDocument/2006/relationships/notesSlide" Target="/ppt/notesSlides/notesSlide13.xml" Id="R7ed0832c722a4f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a3a7acd6741e5" /><Relationship Type="http://schemas.openxmlformats.org/officeDocument/2006/relationships/notesSlide" Target="/ppt/notesSlides/notesSlide14.xml" Id="R391e682a60eb4d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2d9c2919646a8" /><Relationship Type="http://schemas.openxmlformats.org/officeDocument/2006/relationships/notesSlide" Target="/ppt/notesSlides/notesSlide15.xml" Id="Rbc11ad63ae644e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b699b2b2747e1" /><Relationship Type="http://schemas.openxmlformats.org/officeDocument/2006/relationships/notesSlide" Target="/ppt/notesSlides/notesSlide16.xml" Id="R45404f2705b94d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a631e41064c98" /><Relationship Type="http://schemas.openxmlformats.org/officeDocument/2006/relationships/notesSlide" Target="/ppt/notesSlides/notesSlide17.xml" Id="Rd179bf18fbb048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024391ed24395" /><Relationship Type="http://schemas.openxmlformats.org/officeDocument/2006/relationships/notesSlide" Target="/ppt/notesSlides/notesSlide18.xml" Id="R8e5e9539462742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e50c8289b46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E3B14-A7DB-4603-9349-88EF56F3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A6FF2-0235-42B7-BC21-2E577A7D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420A6-CFBB-48CD-A83F-F0FA5E09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1DB2B-4CD3-48D1-BB0D-3D2A169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DB082-1AA2-4E55-82ED-5DF7A24D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7397-1C7B-4783-BE1E-A37DA1CE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CD20D-8A8D-4F21-908B-836DA10C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368276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6421B-F7A8-4587-8FD5-1EA2D1EB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31C4D-1F3F-42AA-BB5F-78918DBA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2E28E-DB1F-4C65-B4D7-CA6659E2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エグゼクティブサマリー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EBF86-F109-443D-B9EE-60F91234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2AAEB-CA1D-4915-963D-F3EA9A05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2E481-9BEF-470F-BDDE-6D0438F3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86691-AC86-42CE-889D-679910C9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AIを使うほど、組織の判断力が蓄積する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E1C9C-CF08-48D8-B695-FA8B4A81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多くの組織では、判断理由や失敗の教訓が会話・ログ・担当者の中に散在し、AIを導入しても人とAIが同じ調査や議論を繰り返しています。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2A30D-AF58-41F1-9995-22780D7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OrgBrainは、日々のAI実行から理由・制約・結果を自動で組織メモリー化し、次のAI実行で過去の学びを再利用できる状態をつくります。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5C208-A65A-43E5-A157-97620C8E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801AC-AA22-4CD6-87A3-9CD43F1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024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100人組織では、探し直しや記録・引き継ぎなど、年間約3,000万円・6,000時間の改善余地が見込めます。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134F0-40C0-4781-86DF-043D9940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9E8FF"/>
                </a:solidFill>
              </a:defRPr>
            </a:pPr>
            <a:r>
              <a:rPr sz="1800" b="1">
                <a:solidFill>
                  <a:srgbClr val="89E8FF"/>
                </a:solidFill>
              </a:rPr>
              <a:t>まずは1チーム・8週間のPoCで効果と安全性を実測し、全社導入をご検討ください。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3D583-1E87-4FCC-8E05-185D78A1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※効果は本資料の前提に基づく試算。実際の効果は利用状況により変動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528844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E61A90-46A4-4915-BCA5-F41053D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DB962-CD26-4E22-9E5F-5EE230F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5C0BE-3116-4697-9276-4DF2A749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83F1D-BACB-4B64-A072-1F8FE3ED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65D25-4501-4D18-A64A-F56DE4C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1F346-0455-430A-8319-A09BBC74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818DD-1B8D-4D2D-987D-E992550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E8501-56BB-4A6A-8A78-29EEB36B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A7496-D6C5-4D1E-807D-407CC3B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6B2F1-E8B6-4E01-A459-3BCB6C44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BAA88-BBCB-4B2C-BBA5-F1FC9E03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2DB75-3726-43FC-83D8-FD6A3A9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D9F6D-EE4E-433D-BA90-23CE1D06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5843A-DBA1-4AFC-A7F5-4D556159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E559B-5D4D-47DB-BB1D-1607CD22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CDA40-175D-4893-A779-B6CB0DCC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1A8F7-E6D3-4476-8E32-B6AB3ED4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512D5-097C-4411-BF30-B80FDE7A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FCA48-02B9-480F-A158-CAFC67B7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45FFD-E712-4BED-9E7A-AF3AAA4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69914-A4A0-4230-A20B-2A44E75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2F2DF-F6CF-4FD8-B164-F88D23EA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BE8AB-4C81-4F44-A77A-579EF610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2425F-0A20-4298-874E-48E6C9B1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9BDAE-843E-4AB8-AB7E-DA0103B2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EAC71-BE1E-4080-98D3-7BE7313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9C897-5B15-4CBC-A502-1F86F4E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520308-4E3D-4FFB-956D-BF3D96CE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65CEB-9F8B-4509-84AE-A754028B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AD15AB-D8C8-43D5-8BB3-1E3F296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1820C-50BF-4EC8-8263-5B00E5F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13AB09-D837-4FEC-AC84-E8B641B1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28C6B-B649-4328-AC73-35A9149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EB9B0A-F0E6-467E-8C13-AB05667A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DC64F6-8E13-4A74-887C-F20E0B2B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A87566-7BD7-49FA-8821-E2A468A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2B754A-3A06-487F-9BAA-10D57A9D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0934F7-3F17-4765-9C2D-69EBB37C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74545F-A37C-4FBF-A450-638ED71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605E83-5EC0-4539-95FF-0D4648CC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1892783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6fc5e82ff4e9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37C47-A963-4401-A1EC-CD75424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0C555-DD78-492E-AA0D-619DD9AB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0AF89-54AC-48AD-BA9C-D1C1A4C4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B6D34-CEAD-4E09-93D1-7CFED392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C5056-D627-4B78-8A45-4CEEE399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098F4-916D-4EB6-A498-486AEBF4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462F8-8EB1-44AE-A8F4-20A34C03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296001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837C3-5440-420A-9283-29413CB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01A84-0FB5-4A77-BE34-AB826F8B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79F65-CB0B-4558-81A3-A826A8C9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DA5E6-64BB-4B9F-8378-5234A6E5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528C0-8DF3-4478-B3DB-74A4339A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20C7E-43DD-4CD5-A328-BA62C2B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96A5C-06B7-4967-B94D-C7BF76DB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7191F-9ED0-4812-9349-BD24D9DA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1D4AB-9D8A-4534-BBBE-B6DB0DA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B7ECC-046D-4464-859C-92BA5321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2FEE0-90C5-433A-B3DE-0BB7DB88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01A58-27D2-41B4-9B4F-8691CCB4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A1E03-13CB-4DE7-B106-432B1D38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FA251-DBCE-4EBE-ADF8-E7DBA30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BC010-1A84-4530-9C2F-FB68625F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BCD9C-4030-4082-A0B3-5F593350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198BA-1BF9-43C6-9668-5DF6F7E1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1C45A-2E49-4A1A-B290-A27A958A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BE0D1-6761-45BA-9171-EFC03F19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1ABAC-DB0F-432A-B582-BBF7BA8F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6A571-1A40-4A41-9D9D-A6689019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4ACA8-BEAC-4BDD-9B70-39AB8600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C52E7-E866-4BC6-920C-1893E207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6DDE8-6886-4C21-A61E-C6B5F694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147640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20606-F3E8-42AA-8BC2-054DFEDC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A5B9F-D7E2-4EB8-901D-25859E55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0D4AE-6863-4A71-9BDF-C315C4F8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AIを使うたび、仕事の痕跡が自動で組織の記憶に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8507B-7F8C-4619-8CD3-AE2A798C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FE31D-2734-4053-813C-8DA0F3EE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852AA-5B50-427D-BF6C-67821B05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C7A2B-745D-48FD-84E8-51D3E257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追加入力なしで、Slack・GitHub・NotionとAI実行から理由・制約・結果を蓄積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24346-2523-421F-B8ED-81CD5720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E4819-F837-4934-9712-40250E9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8BA92-6433-43D3-9D53-D6D34803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C37F8-0622-4C67-A8AC-94A02E06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E1032-39ED-4992-8433-369C3E8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AI利用で生まれる痕跡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8E885-E8F4-4F4B-9471-F8CCD0CF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E84BA-BB5F-4475-AB25-C47F4E4E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B5ACD-2D0B-4B62-9B87-28F22534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30109-CE6D-444F-9B27-02B272F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自動で記憶化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A066E-7673-4162-8FAD-5E41F9DC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C5E70-91D9-4CB2-9B87-FF6DD5E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B7545-397A-4908-8B81-2E90B76B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44E65-E6B1-42D4-A068-BEFA246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EBF11-6DA9-4F5D-B0CE-5844B9E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F89E9-E708-4278-972C-C72B799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自動記録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C4BB9-35F7-453F-AB1B-6050C928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EE8FD-677E-4EAB-8D8A-72A6B9CC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9E675-99C8-4084-9205-C06D7C89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自動選別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D6959-0900-42B8-86A7-C77F3BC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ACFDC-1ABA-472F-B065-8E8E3EC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09D9E-C35E-47D0-AD2D-8CE363B3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自動接続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601FA-54B8-4AA1-8C13-E1FD63A0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D3202-992F-49BE-976E-786300EA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F5E70-5A1C-41D3-BE76-66EB8A8A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自動想起</a:t>
            </a:r>
          </a:p>
        </p:txBody>
      </p:sp>
    </p:spTree>
    <p:extLst>
      <p:ext uri="{BB962C8B-B14F-4D97-AF65-F5344CB8AC3E}">
        <p14:creationId xmlns:p14="http://schemas.microsoft.com/office/powerpoint/2010/main" val="54225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80D3E-69C5-4481-B16C-F539C86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9C6D5-5C61-41E7-AEA4-D266048B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2B87D-D5AA-4C8C-A871-0E482E38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896A4-D871-434A-8225-97F8BF7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F4F00-26A5-4230-BBB1-B5A52F7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A4F4D-4C10-40BA-AAF7-B8C8D045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43E1E-0E7A-413A-950D-05DA8526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9A7D7-1747-41F3-9607-97565BDC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F7BE5-DA54-4E9B-B4A6-FD565CF4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FCB6E-D5A7-451A-9D1B-441F7BF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7EC7A-CD4D-4E65-8FCB-3D4A751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98F06-7B51-4A3D-9A72-4E06F17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B6754-078C-4E24-84B2-781B4DB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F61DA-4F23-47C2-BC18-2E59E5EF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F7F8A-741C-4AC4-AEB8-F7AC1963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C38C8-EFAF-4143-9793-62BD1BF9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4C4A8-710C-45D7-AEE1-EE9C317A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5E858-26E6-4F3B-9B85-1E34C0F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9678D-1484-45E1-A12D-31DEB75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FB013-F8C2-40A3-A01C-986D21A2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0AEFB-BDCC-48C8-A491-9D9CCD0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8D34A-0C0E-47BE-96E1-23A1DAF8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376D2-9E9E-453E-9777-73D2479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1547569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9B766-AEEC-426B-A4E2-E175F6D6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FB187-BF26-47FF-BFB0-041D457C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660B7-C24C-43F1-A06C-DADF30B9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AFED6-3C49-4BA7-AB65-BA8AA09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7F626-656A-4512-89AE-66E9207C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A575E-B512-43DC-A427-AC03612D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CC36B-46D3-42E4-974F-EAB2DCD5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15EEC-90DB-491F-84CA-7832A8A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8E5A2-A0B7-496E-AA89-3C90C323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E7E14-FFB3-4E43-ACA5-829BB221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DCD84-B359-4708-8AC8-E63FF2B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140F3-24E5-494B-9CF5-26A44A45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4FAF1-C329-4457-864C-A43B9E34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BC015-44C8-4134-BA79-C4EEFF1F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5AD8A-0F5B-4BCB-BC07-D8A7E261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C25BA-1195-48CE-9CD7-7240730D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3FB58-DCA2-4F2E-881F-EF62D0E4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05523-868A-43D3-8E6F-9E079713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E092B-9E8E-4BF7-B549-DCCFE62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5029B-7BC0-4E3F-9145-2BBE1CDB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33EC2-0F06-4076-B0CA-09968029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03E29-14AD-4F6F-B748-7DE392CE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376185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26CF95-B8BB-4042-A038-F3BD8DF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13C43-1A88-4353-ACB5-FE57A78C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1B09E-AD50-4966-9A67-00E0CB05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DB6B0-85AC-4706-9258-CBB8B133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BC111-97C3-44C5-A448-2998629B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C6909-43C6-45AA-B274-C429B39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692C7-1A49-4A05-9D46-4317584B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AFFC0-B460-4508-A1F5-3E069E94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9E9A3-325B-4FAA-99DF-03F2D208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1956D-9927-48E1-B22A-A871E39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B0099-682B-4B46-8B25-3CCB4419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C089A-F1DE-4B34-9A0E-BD9EE897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E2231-E6DD-46D8-AD74-E18FDC5D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4A8C7-78CF-4C8D-8A6F-75576B0A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489A9-018F-45CA-A9D1-1301763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0D1AF-E7FF-498B-93F8-4938A61A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B4924-4EBE-4283-A109-026DC83E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28E20-75BD-458A-8DE7-4172B2D6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E4B90-866D-425D-9126-9BECA11E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0E053-9778-47C0-BEA4-54D70969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F457A-792B-4636-9D0F-77D40D9C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55540-C37E-4CCE-9A65-A06AB33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9BDED-1723-4A6A-A0E6-E187B729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5ADA7-1B1E-435E-8743-BDAF5DAA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E135C-8D04-476F-945D-6CBEFB76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E0A9D-47FA-47F1-B7D1-6C45778E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E459A-EEFA-48CC-93AC-40712F4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1DC76-550C-4B27-B411-803E3F7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7CC83-C7ED-452A-9A88-6C748852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32EA1-6621-4BAD-89E1-BAA3B932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EC3A5-70C1-46CA-917E-1960B94A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F5535F-2685-4676-8B2A-ADAEF1B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0376D5-E96B-43AE-9FB3-7884F6A4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D773CD-6B67-4E50-88F4-8A076DD9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8EEB8-BD55-44C4-8617-4D79F3FB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83AFF-9F36-420E-B67D-F563A83B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0D098A-0057-44F9-864A-F6D556D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62D0B2-DF39-4F38-A913-DC3693C7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2118929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2CCD8-4883-4B9B-990F-6E771128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C659A-3BEA-4120-ABDA-0C77A031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DE25A-2492-404F-82F8-930CAF51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削減効果の例：4職種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0872A-4EF4-4058-908E-243DB90D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725EF-A6F2-4672-B00E-CD75E21B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3AB9A-B0D8-45A4-9EBB-7A78AB70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21AD3-1A1C-48AB-A36F-6C565F7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FBBE3-82A3-4EFF-A381-CADED625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F5E17-F6A1-4E19-8A7E-122E77DB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BD334-30C0-4F58-A85C-5494EA08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1C862-3786-47CA-8953-63D9D7F9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8A1A8-FDA8-4AF8-B007-F9497B5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90211-391F-4D8C-953F-48794C09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2A47D-BBDB-4F11-B978-B0E0EBD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90202-B173-4212-B1E5-6238535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4F3E1-7154-4A5F-9C15-F12BB2D2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60F7B-64C8-413B-AEBF-B1ECF2FE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1D020-6216-4A27-B4BB-A31E014C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0F756-C679-4780-99F4-BEA84237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60ED8-22DB-43F5-B50A-9349B0D8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31C77-4CD4-443A-BF18-F99E777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23C35-EF43-400F-8076-319BBD19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AC820-6058-45F7-ADFE-8917BE73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381BE-4E6D-4649-B464-167F8D91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A9B29-BF18-49B1-A721-75C26105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BFA1D-3B98-47C8-AF43-6BB5945E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00CC9-7D2A-4435-A302-218E18C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2B25D-5BAF-49F0-9D22-B28C11E9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18566685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05F3A-7D66-4D7B-8DB4-8132D17A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A1C92-FAF1-485F-A90D-454F53EF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85822-D998-47A9-A734-DE7AB14F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54CBF-07DB-40F6-841B-8BFB614C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A6A13-34F3-4C85-B56A-0B118B61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18A90-4EAD-48D6-950B-BBB8462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AC4CE-DDB2-4761-B7F2-41AB9F89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14805-AD52-4107-B86E-16908D5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5AD6D-60C8-4886-BD01-9E50FFFE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D7942-FD8C-45D5-B29C-FDF3651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B86BD-015C-412A-8D16-4F9AD282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7F17E-D04D-419D-8F4D-5ACFDF81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764B5-EA65-4050-A7F4-A5C824E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8CDCD-9691-489E-8F18-11FB710A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61CB9-3B46-42B0-9935-CF1C17EE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EBC2F-50B8-4DBB-9867-03E1312D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378C3-3E4D-414A-B81A-038AFCCB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86D07-0CAE-45FC-967C-34AC683D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40A01-9DBE-4BDC-A6F9-40D36554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B5005-CCC2-4CDA-B690-14598A19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1E97D-4D96-49B1-A294-172ACAD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CCDA3-B272-4888-B488-5A0F5827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A7A20-5093-4046-B6D2-23CED6E4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1389784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C6D803-BE6A-47D5-BD86-8FA9F474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30362-FA7E-402E-9056-A6165B65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3B54C-4D86-4341-BE73-78591568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効果測定も自動化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47653-6609-4DFC-81B2-70C33E33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54E93-3F2F-4B60-846F-966D230B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C3A75-BE95-497F-9005-E6DBE91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3ABDE-F823-48E3-89C7-F884E1B3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検索・記憶の寄与・比較実験・業務成果を、AI実行ログから継続計測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E6118-6320-40F4-8D91-6A8799C7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2031-857D-47F9-8BFB-CCAC4071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ACCC2-C2EE-42D3-999D-3F6D2E11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6E8F9-84BA-42C1-9ED6-0807CCA7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検索ごとにヒット・fallback・遅延を自動記録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802A1-295D-4848-95F1-C6507847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B07C5-8972-4E00-A4C9-0A8A3B2F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ヒット率 / p95 / 検索回数を集計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01CD6-7AF4-4B89-BC98-79916C91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BB995-6219-4EB6-B75E-246BA092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10254-6D4F-4170-ABCD-07AFFD5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8C1B5-5934-4C3E-805D-DF98019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AI実行後に利用有無・回避検索・根拠IDを報告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78B76-AA61-4AA9-94E7-A33BAADB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72EEB-19D6-49E4-9BA3-B21AE3EE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記憶利用率 / 再検索回避率を集計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D807E-F9C7-47AD-A902-D35F965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9DA5E-4FFE-46E5-A9D1-92DF5F6A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677A0-1AFD-4E94-8C63-574B445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BEED8-C38D-4EB7-A2BC-80E20ACE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同一入力を、記憶なし / ありでペア実行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C7C23-4609-40A4-9625-C6F9A4E0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42F66-1CFD-4BB2-9434-738AD550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 / 費用 / 完了時間の差分を算出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BB8AB-F985-4339-86D9-E788E282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EC4A1-7D23-4881-9682-5A3B21D1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73EAE-EC28-444B-A92A-92285AF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2B712A-B60A-403A-967E-6BAFD8E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開始・完了・失敗・権限判定を時刻付きで記録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02D92-21BA-47B1-9909-43B568D0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3788FB-927A-4BFF-98FF-AADF9DE4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完了時間 / 成功率 / denied件数を集計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2BF804-90C9-4362-A4C7-ED022CB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95ECFA-EDD9-4FB7-B9A9-C799BDB3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計測設定後は、PoCの実行ログからKPIを自動集計し、導入前ベースラインと比較</a:t>
            </a:r>
          </a:p>
        </p:txBody>
      </p:sp>
    </p:spTree>
    <p:extLst>
      <p:ext uri="{BB962C8B-B14F-4D97-AF65-F5344CB8AC3E}">
        <p14:creationId xmlns:p14="http://schemas.microsoft.com/office/powerpoint/2010/main" val="15105499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6C40E2-966A-48D3-84FA-1B882E75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11F95-7E33-48F8-8EFD-A7562CD3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C690D-9023-4847-8FAF-B262C724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A6C9-A187-4FCA-9B7B-246190F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9DBFD-4818-4C00-A089-E558205D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99E57-F3AB-4EA3-81E5-8945F0A4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9CF4B-0400-46BE-8A99-79CB95F9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C5FD-59B9-448C-89AA-30A7236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4BE0E-C48A-481E-B849-86A8F3C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EC939-8B76-4216-85FF-035BF8BA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CBBE0-8E27-4B8C-ABBD-F795F60C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FA2A5-4802-41C6-8B24-2D24E56F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581E8-3037-4687-A933-08916F2B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39C7E-8B7A-40F8-9323-4FB6B58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組織基本料 ＋ 利用範囲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8FEA2-2845-46FA-B771-E5CE31B3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9BB41-61FA-435B-B354-2135A230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D1570-0C2D-485F-81F4-B7FFF78D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BFAB5-11CF-4985-8991-0835584C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全社員・全AIを基本料金に包含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AD65A-6DF9-4DED-A304-9A4150E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4089E-EBC9-4DA8-8255-465640D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00FC8-4A47-4AF3-8646-4933901A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利用拡大時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740D2-3C2A-4297-BF34-DC1FFB0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利用を広げるほどコスト増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5D227-1D15-43C4-B720-B1B19DDD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記憶の接続と1人当たり価値が拡大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EE3A4-B1A6-4A9F-80BA-77E89918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FC917-E3D1-414C-9632-128163A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8BC42-0FE9-4D0C-A3C3-D4075C6F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18289-68E9-42E0-B97D-18D49FD4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2FA77-73EA-4E53-B392-95F0A070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全社で使うほど、組織メモリーの価値が増える料金設計</a:t>
            </a:r>
          </a:p>
        </p:txBody>
      </p:sp>
    </p:spTree>
    <p:extLst>
      <p:ext uri="{BB962C8B-B14F-4D97-AF65-F5344CB8AC3E}">
        <p14:creationId xmlns:p14="http://schemas.microsoft.com/office/powerpoint/2010/main" val="2506158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F92D31-61AF-4EDF-A407-CBB3E9E4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AF63B-CC17-476C-BADA-365F0B16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B3164-78A3-4A36-879A-64391E49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E2918-9960-426D-A62D-9BC43BD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51D9A-3EC0-4034-9F6B-D9F1DEFD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474AF-CD58-400A-9311-EDDAB919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BF99E-775E-453F-95AD-E93F2E90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Organization単位の基本料金に、全社員・全AIの利用を包含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187E5-0D7F-4336-B198-2B42344B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FB75D-B19A-4F1D-A13B-E8A18D3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3〜5万円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A3ED4-B4DE-49A2-9F44-2585F3AE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7F01E-1741-4BD6-A5F9-C74E6122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小規模チーム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39DB2-BC9D-4D55-8DF9-28C31976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共有メモリーを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小さく始める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21D64-5C2F-4EBE-B7ED-A280D2D5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3672A-D219-4E51-A430-73E71AFA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3D3FF"/>
                </a:solidFill>
              </a:defRPr>
            </a:pPr>
            <a:r>
              <a:rPr sz="1875" b="1">
                <a:solidFill>
                  <a:srgbClr val="43D3FF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942E2-70EC-4A17-A7C4-F94FAC09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10〜20万円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76F86-D5FD-4A39-A967-34DE5B14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5EE77-C91B-41F4-A856-7E296AEA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複数部門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56FC0-9506-4911-BC90-BFD5EBC7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AdapterとDomainを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段階的に拡張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7DDE6-0C5B-4A3E-982A-B2C533F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53B59-EA1F-4A2B-A980-4F99445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B6C12-E0D4-461A-8FC4-FDDBEB4E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7F95"/>
                </a:solidFill>
              </a:defRPr>
            </a:pPr>
            <a:r>
              <a:rPr sz="1650" b="1">
                <a:solidFill>
                  <a:srgbClr val="6F7F95"/>
                </a:solidFill>
              </a:rPr>
              <a:t>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F8278-11DD-4F51-B636-575661CB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30〜50万円〜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6FBB4-2299-4711-B5E8-AAB0FDBA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21FE4-7B00-494E-919C-02D41F6C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3FA64-B977-4C03-B537-78CAD0C7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SLAに対応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87F35-AA37-47F1-AA32-F42BDDA0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02015-EE0A-4839-A23A-B89BBEC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EE0CC-FA49-46E4-AE6B-F60A5FDC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100万円〜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EFEAD-BE9B-44A0-BF7A-0BE3D5C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4C049-CAB6-4B65-A04E-B7EACCD3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グループ・専用環境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9361C-9ADA-45FC-A580-DF0625DC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個別要件と専用運用を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包括提供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59D494-A9A0-479B-912D-7354C1D7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価格は利用範囲・セキュリティ要件・運用形態に応じたイメージです。</a:t>
            </a:r>
          </a:p>
        </p:txBody>
      </p:sp>
    </p:spTree>
    <p:extLst>
      <p:ext uri="{BB962C8B-B14F-4D97-AF65-F5344CB8AC3E}">
        <p14:creationId xmlns:p14="http://schemas.microsoft.com/office/powerpoint/2010/main" val="3752157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12C5FB-2986-4573-A20C-6B7D9AB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5DCE-481E-4C2F-9568-AC44CCB4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C3683-AFFB-4613-B322-505909DB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592F3-02D9-436C-9F40-7098DAC0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13253-2BB9-4E89-BE92-74EAA0F0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87A4E-0908-4298-8A0D-CF29A5EE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D215A-06A7-4472-933A-E7DC3AAC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9ED98-F640-4000-8691-F5A9CBE3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Organization基本料金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CC0C7-F3B6-4D3F-A13A-C25EBEF2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4DEE7-599D-4F47-B018-301C041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113B8-CF2A-4D70-A1BB-B9822622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0001C-C7B9-4525-A8E2-F4244CC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5FFF4-B682-42C4-B799-AB4F3EE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C3B37-6DDC-4807-B97C-DCDEA0A7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015E9-54A5-4D76-A46F-E78C8467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CDAAC-4EE5-4669-B9E7-EC24745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1万円〜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FF596-6953-4B91-8D40-615FE0AC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3AA86-5C32-4DDE-8072-ACEA88B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1A9FB-4AE2-4D04-BDA6-988D51A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95F94-E054-4D80-B313-2593752B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3FB3D-487E-4FAB-85C8-E6DB857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6F2F3-BB53-4F14-B898-8853B6B6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CB481-F289-4A00-91CD-419A6AFC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A89F2-B517-43EA-94FE-B5B99C50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C5C3AB-AF60-47AB-A34C-307A495E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E7F2B-9593-46AF-B6D5-BA27E4A5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89DD9-6145-4477-8665-DD93ED15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81985-8E30-4D41-AD18-1EFBFEC3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F9305-AB25-456D-AC0D-90960F4F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GOVERNANCE / 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EFAD92-6517-447E-AD69-7FF0987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1組織 / 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FB5C4B-120F-4CCA-A165-F8B85240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57EF1-6767-4A61-A5DF-A7BF4B7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高度な権限・監査・SLA／専用環境は個別見積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ACD43-6963-4306-AC25-46BC0D4E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23C27D-8D87-4B0E-90BE-7C34881E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0B6FE9-EC63-40F9-B61D-8489EC97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F992F5-5FFA-49EE-88E3-ACA2B02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DE69C-F8D3-4DC1-980C-BF10318F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E468B-A21B-474E-AFC6-7815284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5177260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D94A7-429F-4523-B1B7-87D214E1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5249B-022C-4E1F-B2FD-A2E49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11866-45FB-4847-A7C4-6255C48D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D8721-DA78-4222-ABC9-10646597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F52C2-B1E8-44CB-A82F-6A06B374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D7FD8-A5B2-4215-852B-1CE5C941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6F241-6A4C-4625-B945-4A13397E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8845C-5226-46FA-91C7-6CA8CCAE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0DBED-78EB-4E63-A4A1-717E7B2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33D56-6399-4496-A71B-5D196ECF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E0B4E-6EFB-432B-B8B4-E10E918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EFCF6-85E6-400B-BDF0-1F9A1ABD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A6276-335D-4D50-9B2A-E788D63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0F69B-08B7-46A4-9119-20ED303A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99F88-836C-4085-9C08-F9109BE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AB0A7-476D-4564-BC1C-6DDC279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DB6A3-498D-44DC-84F3-08028781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B18BA-5AB4-4CC3-B8B8-E956F8D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88D4B-844C-4CAD-9A83-A3AD1F39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DE060-643A-4E88-9823-5AEF461E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2BB8B-661A-48B3-8C1E-6B06D7F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3498F-EF8B-4517-B0C1-8058F100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17665697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BEB66-BF4C-4187-9F81-4E7C886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C092E-2EF4-4AD8-B2CF-319B06B7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4880A-E981-487F-A04A-D545E9A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833BF-C402-475F-B337-41943C3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47D46-E84C-43BC-BE17-BC1B5F3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8BCF4-647F-4ACA-8A8B-E1A52E8B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C8F52-7A53-4548-BB2C-C7C3C54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8838B-F177-4A03-B9C3-57B6067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29443-A70A-40D2-B60F-102A6991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B1D3F-DE82-45C2-BFA5-AF219844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876CC-4EE3-4DFD-96CC-6FFA0D7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2F80C-16AE-478D-8051-CE8E53A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F0169-6C53-4283-B875-BF49D55E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1403A-2AC8-4953-86C6-60E9E0D7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5692B-7AC1-4AE9-AF9C-B62BB38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EDF43-59F3-4C2B-B94D-1529AAD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1DBF6-17A3-4629-9535-3337C68B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73ADE-1431-49D2-B59F-9E6B4F10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FCDBA-277D-4AE2-8114-A3518B5A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7B043-2188-4763-A819-E6F68E17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9E45D-62FB-49BA-8971-DEACB3C0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3837C-4D3B-4E87-A32D-D310D3E1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11604914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719EE-F96E-4BD9-B025-FC5F1C0F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54B59-9D41-4290-9A2E-AB1D4F1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A37DF-D034-446C-A053-C2B25C0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0E4C0-4A1E-4FB3-B903-CBD737B2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3630C-2258-4340-85D1-95BFCD9C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B54AE-1B38-42C9-8AE4-D1BDAB6C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3F304-1BDA-4AFF-830E-6CFDBE1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BD12D-AD4F-4836-AA7D-A3CEB4E8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91A3C-24C8-46D4-9A0C-D026E069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3085F-6E2C-4481-B8B0-D6144D18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F4645-F7BB-4D9B-AB8B-694E26A3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BED48-F373-43EB-874B-3A2D358D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6CCD1-F79F-4E8F-AC8E-B5C0B75E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1116611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2026-08-07T10:28:06.9380000Z</dcterms:created>
  <dcterms:modified xsi:type="dcterms:W3CDTF">2026-08-07T10:28:06.9380000Z</dcterms:modified>
</coreProperties>
</file>