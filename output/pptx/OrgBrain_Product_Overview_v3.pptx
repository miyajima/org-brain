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8d1cf3b13481f" /><Relationship Type="http://schemas.openxmlformats.org/officeDocument/2006/relationships/extended-properties" Target="/docProps/app.xml" Id="Ra592b35bca5348d8" /><Relationship Type="http://schemas.openxmlformats.org/officeDocument/2006/relationships/officeDocument" Target="/ppt/presentation.xml" Id="Refd6f6fbd802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92cb377804d1d"/>
  </p:sldMasterIdLst>
  <p:notesMasterIdLst>
    <p:notesMasterId xmlns:r="http://schemas.openxmlformats.org/officeDocument/2006/relationships" r:id="R9e8a70e6be57489b"/>
  </p:notesMasterIdLst>
  <p:sldIdLst>
    <p:sldId xmlns:r="http://schemas.openxmlformats.org/officeDocument/2006/relationships" id="256" r:id="Rba5f074d886b4f74"/>
    <p:sldId xmlns:r="http://schemas.openxmlformats.org/officeDocument/2006/relationships" id="257" r:id="R0275eb58b2224e18"/>
    <p:sldId xmlns:r="http://schemas.openxmlformats.org/officeDocument/2006/relationships" id="258" r:id="Ra75b16e56a6b4f06"/>
    <p:sldId xmlns:r="http://schemas.openxmlformats.org/officeDocument/2006/relationships" id="259" r:id="R8f241bc505014ca0"/>
    <p:sldId xmlns:r="http://schemas.openxmlformats.org/officeDocument/2006/relationships" id="260" r:id="Re8a1f03924654ed4"/>
    <p:sldId xmlns:r="http://schemas.openxmlformats.org/officeDocument/2006/relationships" id="261" r:id="R36b874b6e34449df"/>
    <p:sldId xmlns:r="http://schemas.openxmlformats.org/officeDocument/2006/relationships" id="262" r:id="R2d2889938be14a2e"/>
    <p:sldId xmlns:r="http://schemas.openxmlformats.org/officeDocument/2006/relationships" id="263" r:id="R71e7a03c2a324a12"/>
    <p:sldId xmlns:r="http://schemas.openxmlformats.org/officeDocument/2006/relationships" id="264" r:id="R26a3c0d38d65408a"/>
    <p:sldId xmlns:r="http://schemas.openxmlformats.org/officeDocument/2006/relationships" id="265" r:id="Rf15fd731e9d84e2c"/>
    <p:sldId xmlns:r="http://schemas.openxmlformats.org/officeDocument/2006/relationships" id="266" r:id="Rd04dc2f6d16f42f0"/>
    <p:sldId xmlns:r="http://schemas.openxmlformats.org/officeDocument/2006/relationships" id="267" r:id="R84b14c302e984306"/>
    <p:sldId xmlns:r="http://schemas.openxmlformats.org/officeDocument/2006/relationships" id="268" r:id="R9a9a3292274944d6"/>
    <p:sldId xmlns:r="http://schemas.openxmlformats.org/officeDocument/2006/relationships" id="269" r:id="Rd4e1dacb5457407b"/>
    <p:sldId xmlns:r="http://schemas.openxmlformats.org/officeDocument/2006/relationships" id="270" r:id="R8d6db20679874257"/>
    <p:sldId xmlns:r="http://schemas.openxmlformats.org/officeDocument/2006/relationships" id="271" r:id="R8aa070ada032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fd54005944eef" /><Relationship Type="http://schemas.openxmlformats.org/officeDocument/2006/relationships/slideMaster" Target="/ppt/slideMasters/slideMaster1.xml" Id="Rfcd92cb377804d1d" /><Relationship Type="http://schemas.openxmlformats.org/officeDocument/2006/relationships/notesMaster" Target="/ppt/notesMasters/notesMaster1.xml" Id="R9e8a70e6be57489b" /><Relationship Type="http://schemas.openxmlformats.org/officeDocument/2006/relationships/presProps" Target="/ppt/presProps.xml" Id="R0f63cdf9ae3c4ee7" /><Relationship Type="http://schemas.openxmlformats.org/officeDocument/2006/relationships/tableStyles" Target="/ppt/tableStyles.xml" Id="Re23b975ae19b4cdc" /><Relationship Type="http://schemas.openxmlformats.org/officeDocument/2006/relationships/slide" Target="/ppt/slides/slide1.xml" Id="Rba5f074d886b4f74" /><Relationship Type="http://schemas.openxmlformats.org/officeDocument/2006/relationships/slide" Target="/ppt/slides/slide2.xml" Id="R0275eb58b2224e18" /><Relationship Type="http://schemas.openxmlformats.org/officeDocument/2006/relationships/slide" Target="/ppt/slides/slide3.xml" Id="Ra75b16e56a6b4f06" /><Relationship Type="http://schemas.openxmlformats.org/officeDocument/2006/relationships/slide" Target="/ppt/slides/slide4.xml" Id="R8f241bc505014ca0" /><Relationship Type="http://schemas.openxmlformats.org/officeDocument/2006/relationships/slide" Target="/ppt/slides/slide5.xml" Id="Re8a1f03924654ed4" /><Relationship Type="http://schemas.openxmlformats.org/officeDocument/2006/relationships/slide" Target="/ppt/slides/slide6.xml" Id="R36b874b6e34449df" /><Relationship Type="http://schemas.openxmlformats.org/officeDocument/2006/relationships/slide" Target="/ppt/slides/slide7.xml" Id="R2d2889938be14a2e" /><Relationship Type="http://schemas.openxmlformats.org/officeDocument/2006/relationships/slide" Target="/ppt/slides/slide8.xml" Id="R71e7a03c2a324a12" /><Relationship Type="http://schemas.openxmlformats.org/officeDocument/2006/relationships/slide" Target="/ppt/slides/slide9.xml" Id="R26a3c0d38d65408a" /><Relationship Type="http://schemas.openxmlformats.org/officeDocument/2006/relationships/slide" Target="/ppt/slides/slide10.xml" Id="Rf15fd731e9d84e2c" /><Relationship Type="http://schemas.openxmlformats.org/officeDocument/2006/relationships/slide" Target="/ppt/slides/slide11.xml" Id="Rd04dc2f6d16f42f0" /><Relationship Type="http://schemas.openxmlformats.org/officeDocument/2006/relationships/slide" Target="/ppt/slides/slide12.xml" Id="R84b14c302e984306" /><Relationship Type="http://schemas.openxmlformats.org/officeDocument/2006/relationships/slide" Target="/ppt/slides/slide13.xml" Id="R9a9a3292274944d6" /><Relationship Type="http://schemas.openxmlformats.org/officeDocument/2006/relationships/slide" Target="/ppt/slides/slide14.xml" Id="Rd4e1dacb5457407b" /><Relationship Type="http://schemas.openxmlformats.org/officeDocument/2006/relationships/slide" Target="/ppt/slides/slide15.xml" Id="R8d6db20679874257" /><Relationship Type="http://schemas.openxmlformats.org/officeDocument/2006/relationships/slide" Target="/ppt/slides/slide16.xml" Id="R8aa070ada032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7b94672ba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09e4996d84c26" /><Relationship Type="http://schemas.openxmlformats.org/officeDocument/2006/relationships/notesMaster" Target="/ppt/notesMasters/notesMaster1.xml" Id="R19486c6f246d4f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da48f1ea9d4307" /><Relationship Type="http://schemas.openxmlformats.org/officeDocument/2006/relationships/notesMaster" Target="/ppt/notesMasters/notesMaster1.xml" Id="R4981556b0478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4febd426c4416" /><Relationship Type="http://schemas.openxmlformats.org/officeDocument/2006/relationships/notesMaster" Target="/ppt/notesMasters/notesMaster1.xml" Id="R06b45717ed7445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44f54b27741aa" /><Relationship Type="http://schemas.openxmlformats.org/officeDocument/2006/relationships/notesMaster" Target="/ppt/notesMasters/notesMaster1.xml" Id="R052e794bdfbe42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8f83c9ffc94f3c" /><Relationship Type="http://schemas.openxmlformats.org/officeDocument/2006/relationships/notesMaster" Target="/ppt/notesMasters/notesMaster1.xml" Id="R9d0a5bd4e66b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6e7846fee04853" /><Relationship Type="http://schemas.openxmlformats.org/officeDocument/2006/relationships/notesMaster" Target="/ppt/notesMasters/notesMaster1.xml" Id="Ra5c19dbd5e9b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10109ae834f85" /><Relationship Type="http://schemas.openxmlformats.org/officeDocument/2006/relationships/notesMaster" Target="/ppt/notesMasters/notesMaster1.xml" Id="R89d854a78dc1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60c8928f8740f4" /><Relationship Type="http://schemas.openxmlformats.org/officeDocument/2006/relationships/notesMaster" Target="/ppt/notesMasters/notesMaster1.xml" Id="R1ae1f0c547ab49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1994da1a248b3" /><Relationship Type="http://schemas.openxmlformats.org/officeDocument/2006/relationships/notesMaster" Target="/ppt/notesMasters/notesMaster1.xml" Id="Rdc8891e6444346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65b013e8bc45d0" /><Relationship Type="http://schemas.openxmlformats.org/officeDocument/2006/relationships/notesMaster" Target="/ppt/notesMasters/notesMaster1.xml" Id="R92d2204c78d24b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831e5b5d2441a2" /><Relationship Type="http://schemas.openxmlformats.org/officeDocument/2006/relationships/notesMaster" Target="/ppt/notesMasters/notesMaster1.xml" Id="Rd8316d2f649449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05bed8eb7c460b" /><Relationship Type="http://schemas.openxmlformats.org/officeDocument/2006/relationships/notesMaster" Target="/ppt/notesMasters/notesMaster1.xml" Id="Rc0a52e629b2b46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d7248d7cea4ab9" /><Relationship Type="http://schemas.openxmlformats.org/officeDocument/2006/relationships/notesMaster" Target="/ppt/notesMasters/notesMaster1.xml" Id="Rbf18cbbf3a784b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9c3de25154afd" /><Relationship Type="http://schemas.openxmlformats.org/officeDocument/2006/relationships/notesMaster" Target="/ppt/notesMasters/notesMaster1.xml" Id="Rb2db235767d941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982c285bfc4b65" /><Relationship Type="http://schemas.openxmlformats.org/officeDocument/2006/relationships/notesMaster" Target="/ppt/notesMasters/notesMaster1.xml" Id="Rb6a2730ff6584f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1a54fa43514537" /><Relationship Type="http://schemas.openxmlformats.org/officeDocument/2006/relationships/notesMaster" Target="/ppt/notesMasters/notesMaster1.xml" Id="R1b44ac89db3846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Calculation corrected so the recurrence-prevention line applies the stated 30% reduction: 7.2 × 30h × 30% × JPY5,000 = JPY324,000.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39b7ebc4142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059ca1df8441f" /><Relationship Type="http://schemas.openxmlformats.org/officeDocument/2006/relationships/slideLayout" Target="/ppt/slideLayouts/slideLayout1.xml" Id="R43d6bd1ca217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d6bd1ca217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fa6aaf55f4426" /><Relationship Type="http://schemas.openxmlformats.org/officeDocument/2006/relationships/image" Target="/ppt/media/image.png" Id="Re57e8c9bbcd54dfc" /><Relationship Type="http://schemas.openxmlformats.org/officeDocument/2006/relationships/notesSlide" Target="/ppt/notesSlides/notesSlide1.xml" Id="R1905ced19081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74c6464334a8c" /><Relationship Type="http://schemas.openxmlformats.org/officeDocument/2006/relationships/notesSlide" Target="/ppt/notesSlides/notesSlide2.xml" Id="R0113d62ff6954a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2044292a84e55" /><Relationship Type="http://schemas.openxmlformats.org/officeDocument/2006/relationships/image" Target="/ppt/media/image2.png" Id="Rbce82b1ec28c453e" /><Relationship Type="http://schemas.openxmlformats.org/officeDocument/2006/relationships/notesSlide" Target="/ppt/notesSlides/notesSlide3.xml" Id="R3368b68329f945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6534fdb3943c7" /><Relationship Type="http://schemas.openxmlformats.org/officeDocument/2006/relationships/notesSlide" Target="/ppt/notesSlides/notesSlide4.xml" Id="Rb476e8ed6ffd48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bcb9dc0a94020" /><Relationship Type="http://schemas.openxmlformats.org/officeDocument/2006/relationships/notesSlide" Target="/ppt/notesSlides/notesSlide5.xml" Id="R6912af4b26af4c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865f2b7444e78" /><Relationship Type="http://schemas.openxmlformats.org/officeDocument/2006/relationships/notesSlide" Target="/ppt/notesSlides/notesSlide6.xml" Id="R0fa2cf5703514a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bec458c2b467b" /><Relationship Type="http://schemas.openxmlformats.org/officeDocument/2006/relationships/notesSlide" Target="/ppt/notesSlides/notesSlide7.xml" Id="R6b4e2e2a3bac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508a43f04bce" /><Relationship Type="http://schemas.openxmlformats.org/officeDocument/2006/relationships/notesSlide" Target="/ppt/notesSlides/notesSlide8.xml" Id="R7bd4a5276baa43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f5c5976354c33" /><Relationship Type="http://schemas.openxmlformats.org/officeDocument/2006/relationships/notesSlide" Target="/ppt/notesSlides/notesSlide9.xml" Id="Rd087c2661e5044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714a7bdb443c1" /><Relationship Type="http://schemas.openxmlformats.org/officeDocument/2006/relationships/notesSlide" Target="/ppt/notesSlides/notesSlide10.xml" Id="R3ae30cb330ab43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798ea64c2413d" /><Relationship Type="http://schemas.openxmlformats.org/officeDocument/2006/relationships/notesSlide" Target="/ppt/notesSlides/notesSlide11.xml" Id="Rf45afa11719649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4204ddcf46cf" /><Relationship Type="http://schemas.openxmlformats.org/officeDocument/2006/relationships/notesSlide" Target="/ppt/notesSlides/notesSlide12.xml" Id="R9a3d2423445d4b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8e07ddd24ff2" /><Relationship Type="http://schemas.openxmlformats.org/officeDocument/2006/relationships/notesSlide" Target="/ppt/notesSlides/notesSlide13.xml" Id="R6724d4b94c824b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56be9e7294725" /><Relationship Type="http://schemas.openxmlformats.org/officeDocument/2006/relationships/notesSlide" Target="/ppt/notesSlides/notesSlide14.xml" Id="R4712511727fc41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23adc4934dca" /><Relationship Type="http://schemas.openxmlformats.org/officeDocument/2006/relationships/notesSlide" Target="/ppt/notesSlides/notesSlide15.xml" Id="Red21a60f480045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f3578eb144b71" /><Relationship Type="http://schemas.openxmlformats.org/officeDocument/2006/relationships/notesSlide" Target="/ppt/notesSlides/notesSlide16.xml" Id="R9e5f257f3e38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e8c9bbcd54df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57B50-8D62-401A-9C06-3416D443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182F4-8DAF-464D-9A92-19012AB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0B83C-00CB-44A1-A1F4-EA34C6C3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BCE78-B27F-41D6-99D4-F208A197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988FF-23B5-44BD-A332-4781B37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55230-F54A-472C-8B9C-C9E3C20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378BF-17E5-45F0-9B1D-87ABDB2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874261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3D9478-CB41-4AEA-981F-2E234C3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C059B-6CFC-4783-B946-2183531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D58A0-7D98-48A7-B0B3-E502CC3C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4D65C-959A-43BC-A68D-1F8BB5C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FC570-4E12-4090-B0EC-6A719C7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BCF78-1B4C-42C7-95A7-511F98B4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98677-BC3D-49EE-BFBE-57200DD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7A88A-D1EF-4FFC-8D7F-4253D009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37D59-3E5D-49FA-8CC9-821ACEC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0ED8E-94D5-47AA-B1C8-3266E292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BA664-4298-48A9-8743-3D67C34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DD302-92FB-4B23-B133-BD252AA8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3FFA4-7C72-48CA-A20C-EE816F89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AD4F2-E097-44FB-AB6D-A9DD6A9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DCA18-5F82-47CD-B346-DF16665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9414A-4D15-45C7-A5C0-73BD699C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D4483-F407-4740-913E-17FB12A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CE784-22A8-426B-9BDD-C952BB0E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EA443-CA0C-454B-A6E7-0DE8430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2DC0C-FE49-4458-A401-48A9719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84FCA-5566-49E5-A294-71DD7894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F106E-BEFE-492F-B81F-42A11A9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B0A73-D0DE-4365-9C96-1A246A8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7CFAA-0E0F-4228-B1F9-CCD3CAA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C160B-7361-4ECE-B3CF-28B6FAAC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C2613-C243-4B74-824E-85A680D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09573-4738-4566-856A-44C69AA5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25E76-F6AE-45C2-95CA-CCF28EA2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C9E8F3-5C40-4ADC-8229-F94F0F3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50CD24-97A4-4D26-B220-B87FA68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3FF80-9B17-4866-82EF-BA5CDF2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F3C670-4864-40DF-AA07-9628033C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85EDC-8A49-4A21-8ADF-B3F2156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763C3-A18F-4559-817E-5C44F826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3A2B0-5BBE-4831-B01C-56F83CE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2CE092-1FA6-4960-841D-66F8A53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147AA-7C23-419E-BDCA-FB875806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0B4775-4C6E-4F79-860C-DC65C43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94E5B-9D1A-48DF-B218-794FEA4F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316242-C431-4900-A011-BA8A36F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2128894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82b1ec28c45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D3A92-4287-4C0F-92B8-DBACFB3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07A21-696D-4418-A561-A972610F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49BA-C0BF-4FCC-9ADF-3B22A841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C9DA7-01A6-460F-8D44-3FB8A265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042AE-30BC-4423-AEE1-9B7E4CC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342B4-0FFE-4F10-8AFA-35F27DB8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7F4BB-8998-47BF-BD0B-1B617DA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1281812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386A7F-3836-470D-8C10-A5215AF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1B418-D156-430C-B327-C22E2E93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43DE6-8005-45F5-86EF-0DD2A43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6BA35-A1A6-425E-8B09-6B9B127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D334D-AE47-4E5C-8F41-D7CD6C16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7B965-06C4-45B0-BB6A-6584121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5FEF3-3671-415E-888C-C6C4306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71DD9-4E95-47C7-AE5D-3E25E8D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DB09C-F33B-4080-876C-0DF1905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70449-C71C-407B-965A-3DA805EC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6B7D3-AB7D-4090-8B72-F53CD329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DABBB-B48F-4390-A38D-D21DDD9C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2B59A-8C8F-4F5F-8731-08A7587F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34F9F-8BBF-4225-903A-F0FA560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2D53B-5070-4B9E-B3AF-99E1573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3B306-A652-408E-8B51-AC5E6901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336D5-79FB-483D-879F-DCA4669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871DA-868D-4B36-844E-924319A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57B3F-ADC0-45AD-8E3F-7CBC9A8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2E8E4-D0D7-4342-880E-172AD9EF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28E4F-FAD4-4B71-8DFD-9282DEA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1EB4A-A565-4701-9C33-12C0496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BADB5-0FA3-4EF1-9D39-F977A2B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FCA88-2AE5-46E1-857D-2190C0E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965240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9CE65-0561-4CBC-A61E-B3B2472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6B29B-23D0-4C5E-A1EC-DC4A5449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5A29E-296C-4089-9D92-B936E9A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普段の仕事が、そのまま組織の記憶に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B5D3B-810E-4F76-A50C-B4A3391A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3862B-6BBA-4779-B3EC-610F616E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E476-3F27-4697-8CB7-30A0999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21CC2-21FB-4236-8044-8341B22A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追加入力なしで、既存の仕事の痕跡から必要な文脈を整理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7E25F-F2D5-48FA-BFE5-7D85363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2C9D-9D30-4156-BBEE-C2A50AD4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6C08-812C-4747-B6DA-A8AB266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13428-737A-4178-8346-B048D6E7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AA711-EED5-412A-9BEE-C46E8D9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仕事の痕跡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1B909-C03D-40A4-97D6-D28BAA7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7FE8C-89F0-44B9-AD97-793A373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B5E9A-B10B-4534-8E67-9BDD7059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3C3EA-3F06-42A2-977A-455DC15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組織記憶レイヤー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F5FD1-2DAD-4A1C-8196-246C6E4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2F57D-D37B-473B-AA93-2B43C8D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EBFBE-4156-4333-A1F9-B547D54C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E2394-5BDF-4C96-9EDE-EBE5C7C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BBE71-FB8B-4D18-AAE1-7A8FC01B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3A2E8-0804-48BD-9BCA-60A124C0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2CA68-3FD4-4ACD-8BD7-31639DF1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0F37E-FE9E-4E3C-B65E-2F3F1E1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0D08D-DC85-426C-A768-D9782E8B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B54CB-4E84-462A-953F-63E9578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9D314-02C6-45A5-B969-A12909EB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3AE61-1CDC-46B7-B8C2-D9C5CEB8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54B09-5A6A-4FB3-AEDF-9C5A287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DA35C-0B22-46DC-8E36-CB31B1F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FCC5F7-84ED-4327-B07A-FCA34BA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想起</a:t>
            </a:r>
          </a:p>
        </p:txBody>
      </p:sp>
    </p:spTree>
    <p:extLst>
      <p:ext uri="{BB962C8B-B14F-4D97-AF65-F5344CB8AC3E}">
        <p14:creationId xmlns:p14="http://schemas.microsoft.com/office/powerpoint/2010/main" val="806145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E039F-8960-4641-96D5-7EAA1DD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5B87F-72EA-46A5-9CBB-EB5CE812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72183-1745-440A-AB66-4E545B1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C4C92-6C5E-43A0-8CB6-0773702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3150D-53B6-4F3A-ACB2-8C3E165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17332-1983-42AE-AA2E-94EFAC37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2554D-620E-45CF-BECB-692B6676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251A8-80A1-484E-8152-6A9800B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E4057-E14E-4116-878A-FAD87BE0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8EC8-091A-4E9E-82FE-31A28539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729CA-5DB6-49B2-96B4-F0BAE1CA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DE727-F043-469D-AAB9-2D783A8A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CF6B1-AB67-466E-85C0-3FFA7F5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90C11-6F2E-47FB-8642-09B07D9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A7984-4BC2-4F30-B56F-E0F1A89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F9BD7-6BA9-4471-BA61-0B864929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0DF0D-8D5A-466B-8E0D-E88E515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1BC39-FDC7-428A-8116-CA10F64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030D7-99FD-40F6-82B0-FB3D6A4D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B07AA-CAA0-4887-9844-A871600A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57443-F1C2-401E-975B-E4A2C0A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5355A-1013-4E22-BEFB-A991767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7A62D-FAA2-4CEE-92E8-481711CB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935548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5543E-B924-4C23-9068-36C8D6C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C4135-0784-4BEB-9CAA-909D53A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7AA2B-2B8F-44F6-B967-D40A0F4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57A0-82BD-4230-968E-2B466F6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849D1-7EF1-4EF9-A13B-FBBF9EDD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D6238-8544-4538-BA52-C7B6D56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28FC6-BC10-4534-8A78-43D00CE4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D3F35-6596-4AF3-BE1D-63BFE6CE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9A04-9192-4DFD-BAE0-B49E2CF0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EA302-1C19-4B2C-9C45-915739EB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CF01-23EC-4168-922E-3036EB4B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CF6C0-DD66-4AD1-A095-FB326618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7084E-1C8C-4F25-95B0-DF000BB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A5B85-5434-49F4-8B94-FF98C6E5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F4249-B197-4924-9047-53548A6D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6E787-F471-4D5D-B90E-3B4D612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2C498-5644-49A8-8129-1B7B36F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13FFD-077B-46CD-8435-2E4E3F3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836A3-3844-4401-AF27-AEDA8491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46E3D-88B4-416E-A2E7-A2B1153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2CB66-B171-4FF1-BCD3-611CAF3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BEB64-A1E9-4F00-BA39-A1177E3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411187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8DBEC-8432-4494-9F10-89AED78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D28FE-342A-4B43-A569-5157A8DD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EAD52-6184-4814-BCF2-408108F3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1A749-6DD5-48FD-8E22-F021EB31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EC53D-A604-4201-9A8D-8901DC39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B4501-4C59-4C92-A381-02326EBA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07F9-7F98-4FD4-8D4A-7805409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0BEC-8928-498A-8FDF-2E84608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4D6FD-B337-4F31-A67F-06BED6FD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検索精度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3A285-E622-4067-BBCA-F95BE008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F375E-95C5-4CA5-9F8A-78A5C888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99035-0141-4CC7-96AE-961A76A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050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9CF4E-FE07-4A2D-BBAE-5397E98A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697FF-683C-439B-89F5-2D42F27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Pass^5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C8513-49EC-4F32-8AC2-0FCFC7CD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18FF7-8099-44CA-9BEE-0B4FCC9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8E89F-13C5-4711-978C-B64ED81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ABA3B-6AD3-4B4B-B609-2653911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85F33-C98B-4A91-8447-A973FE4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情報漏えい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7EAB4-34CA-4454-97FC-338FFAA0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71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6D6A3"/>
                </a:solidFill>
              </a:defRPr>
            </a:pPr>
            <a:r>
              <a:rPr sz="2325" b="1">
                <a:solidFill>
                  <a:srgbClr val="56D6A3"/>
                </a:solidFill>
              </a:rPr>
              <a:t>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DEBB1-7A8B-4D3F-AFFF-701EB0E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C9AAC-4CE3-4C01-BF54-97968A6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624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5AB5E-BF7C-40E7-9A36-36BD9CBE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986D7-0AD8-45FB-B9E4-1A7B741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検索p95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903C1-FDA4-45C5-B5A6-EA80AE9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41055-66B0-49AB-B930-21BB7D1B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96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9E226-B669-46D2-9665-A6ADC2E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911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ECB00-0960-4DCD-BDE1-EB998A2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961961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227B2-2D2E-4EA9-8E54-53C413DD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8F414-B26D-4258-805B-1088785A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1C73F-2069-4932-B0E8-110795D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代表4職種で、AIと人の“やり直し”を削減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A63F1-8BA8-42D7-8C34-575F64DA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40BF9-88F4-482F-B80E-8D2ACC0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40300-6DD1-4A57-9553-4B743265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278C-6FC9-49DD-9649-6B29F55D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8C324-6A4B-493B-B719-5BCFC680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B12FC-4092-4856-B522-4562B0C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5B6CF-A75D-4899-AE0E-7CF7D733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FA49F-3F31-455B-8E60-CA4B44F9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F616A-F47B-4C80-BCA8-6BDD9B0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25C21-3A48-4E62-B458-BB83B4B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447F7-60A6-4997-A299-BDAB0D7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15D50-389E-40A6-9C13-D0FA81B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D05C4-F20C-4300-9540-8BEA739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F3F46-061A-410C-A1A6-61F7F74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03F70-BA5E-40BB-AC5D-326B6931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13EE7-8B15-476E-A8C1-2084B17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608D6-690E-4B91-95BC-7B49D95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14933-52E3-46EA-8A74-D969068E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1CE52-16BE-4DFA-A08D-8D12A4D0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768BD-BDDD-4808-BF1C-31EC38B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CCD0D-AC58-4D2D-A080-09795778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AFD17-8CCA-4B41-9F24-B7FC140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4AC8B3-8BC4-4E73-ACA6-5D024DA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196BC-721E-4551-B8BE-ECB89D7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6EC4F-FDF1-4B1C-A29B-91F6D1E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374475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1A66E-152C-46D4-8DFF-E0F4A79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1B50-A8BE-44B3-A7E4-0B030629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0BC4F-7AD5-48BA-AB52-30F01359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100人組織で、年間約2,700万円の改善余地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B9E9-B671-4633-BAD7-8B002D4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F2B1D-F8EA-41C3-AFBB-E39C3759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69CC-9DA5-4315-9824-A5DEC2B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15D5F-68BD-4280-BE7B-A556FAE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2,732万円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1D4E6-BBD5-491F-B52B-6EA139F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5,465時間相当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77BF2-E276-4FA3-B7EC-712E42F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再調査の削減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78502-0B35-4BDE-81BA-10A013A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D8E78-278C-4ACD-B632-67C48F7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BD5DD-1D55-444F-A805-2260A6E5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2E47C-F63C-48AD-988B-ED2CC06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BB856-5F91-437B-94EB-DF48999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ドキュメント整理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793DE-7ECB-4294-B755-C8B5EA8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052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F9527-D0B9-4B4C-903D-AC61A919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05225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6A0E2-51BC-4122-BB1A-A4288B7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89E8FF"/>
                </a:solidFill>
              </a:defRPr>
            </a:pPr>
            <a:r>
              <a:rPr sz="1875" b="1">
                <a:solidFill>
                  <a:srgbClr val="89E8FF"/>
                </a:solidFill>
              </a:rPr>
              <a:t>1,500万円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2FD61-DD1D-44E5-B19F-B0135A5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BFB19-D35B-4542-9D58-1070092C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同じ失敗の防止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5E576-F032-411C-AFA4-0C1719E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958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7080E-88BD-40F9-AEDF-7CD8E6C4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95825"/>
            <a:ext cx="133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29FA1-748C-46AB-AAAA-94B8814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BE55"/>
                </a:solidFill>
              </a:defRPr>
            </a:pPr>
            <a:r>
              <a:rPr sz="1875" b="1">
                <a:solidFill>
                  <a:srgbClr val="F4BE55"/>
                </a:solidFill>
              </a:rPr>
              <a:t>32.4万円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8638F-1DD0-43C4-A510-61CC908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年7.2件 × 30h × 30%削減 × 5,000円/h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A68BD-D27D-4380-A725-64CD1407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前提：平均人件費5,000円/h。導入率・定着率・利用範囲により効果は変動します。</a:t>
            </a:r>
          </a:p>
        </p:txBody>
      </p:sp>
    </p:spTree>
    <p:extLst>
      <p:ext uri="{BB962C8B-B14F-4D97-AF65-F5344CB8AC3E}">
        <p14:creationId xmlns:p14="http://schemas.microsoft.com/office/powerpoint/2010/main" val="1375562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8786E-A096-4AF0-A61F-3BA7C98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0F8D2-9D25-4E75-AFFE-A7BE817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FE578-BA35-4964-8742-9D7AC25D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効果を測る4つの実装ログ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5B798-D314-4C51-BF28-F278ADF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C1132-29F2-47C8-B9EE-C5E2612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7FED4-DE84-4A3D-B30B-62538AA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18B4A-1390-43F0-8162-F79407F0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4D35F-1AF1-44D2-A025-5C2BF47C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915BC-1E52-437E-A80D-5ED858A1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3A6D2-A4BF-4687-8957-FB2EBE8C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ヒット率・fallback率・p95遅延・検索回数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4AE37-0EE5-4CD0-BA98-13B7CB6E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91687-EB5A-4738-9D19-398310C2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探し直しと検索性能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6F336-9688-49F4-B036-D806B3A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36BED-6217-4B69-B26B-B957B61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8BDE8-EC89-4794-9E5A-E70A5E3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DEB38-C0B7-49C2-BA69-505E89C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memory_used・avoided_lookup・参照Memory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8B218-48F3-4873-BE08-7D71251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EA8AC-B8FC-4414-9124-BD36BC4A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再検索回避と記憶の寄与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78D49-1A4C-45E0-A33B-4C5203A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88E9B-4C82-4556-AD13-D042331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18CFB-290B-4A0B-83B1-DCA0E71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E5319-84EA-4A5C-AF1C-C620701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control対treatmentのtoken・cost・duration・quality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712BF-DD82-4488-90FA-04AD39E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95DD7-8FB1-4EA9-B885-9198AD4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トークン節約と完了効率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9321C-CB01-412F-9D9A-E1630E3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760F4-C1FF-46BB-AE79-C9977580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DBA05-1C86-4DF4-A294-DB47C23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3B601-3E81-4985-9D8C-134EEF20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完了時間・失敗・denied・権限外アクセス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90F23-1B81-4E9E-8DC2-07CDBB6C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9AD98-101F-4DF8-921B-1436637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D6A3"/>
                </a:solidFill>
              </a:defRPr>
            </a:pPr>
            <a:r>
              <a:rPr sz="1275" b="1">
                <a:solidFill>
                  <a:srgbClr val="56D6A3"/>
                </a:solidFill>
              </a:rPr>
              <a:t>業務成果と安全性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CCE1F-DC44-4837-9CD0-8D0DD534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D5B59-0386-47F4-B9A6-CEA98AF3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PoCでは導入前ベースラインと8週間後を比較し、検索時間・トークン・完了時間・権限違反を判定</a:t>
            </a:r>
          </a:p>
        </p:txBody>
      </p:sp>
    </p:spTree>
    <p:extLst>
      <p:ext uri="{BB962C8B-B14F-4D97-AF65-F5344CB8AC3E}">
        <p14:creationId xmlns:p14="http://schemas.microsoft.com/office/powerpoint/2010/main" val="884089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D28F5-2C66-439A-8230-FB439D39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1222E-0902-4175-A75A-14BE353C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CA03-53B2-4308-B71D-ED73413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CCAF-4B48-4B9E-9688-C3940858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24784-BCE4-474E-8435-760E5EB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FC454-ACB5-41D7-9341-B9AA4BF8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A7FA6-5711-42FD-ADF6-9641BE5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B4C7"/>
                </a:solidFill>
              </a:defRPr>
            </a:pPr>
            <a:r>
              <a:rPr sz="1650" b="1">
                <a:solidFill>
                  <a:srgbClr val="A8B4C7"/>
                </a:solidFill>
              </a:rPr>
              <a:t>一般的なSaaS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DCC59-4FBF-42D1-8A3A-BD0166A1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6A6E-02F5-44C3-BCFE-F6730604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3B46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D2E34-8599-4CDB-9200-6C0C29B8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7EEF8"/>
                </a:solidFill>
              </a:defRPr>
            </a:pPr>
            <a:r>
              <a:rPr sz="2400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54355-D7A3-44A5-B3A5-01C62BE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利用を広げるほどコストが増える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A306B-F095-4804-9294-2AEFB210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D3FF"/>
                </a:solidFill>
              </a:defRPr>
            </a:pPr>
            <a:r>
              <a:rPr sz="31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6D7FA-5696-4C11-BC46-883BFE6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333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8AF78-C580-449C-BE0C-12603732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0F512-BA1D-45B7-9D62-D24035D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全社員・全AIが利用可能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9095A-FC9C-4D30-BBE4-C4A90232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48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DF4D0-36A0-459C-91A5-334A1A21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全社利用による、記憶のつながりと1人当たり価値の拡大</a:t>
            </a:r>
          </a:p>
        </p:txBody>
      </p:sp>
    </p:spTree>
    <p:extLst>
      <p:ext uri="{BB962C8B-B14F-4D97-AF65-F5344CB8AC3E}">
        <p14:creationId xmlns:p14="http://schemas.microsoft.com/office/powerpoint/2010/main" val="1605884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22F7B-DA90-4B1A-ABFF-662F212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5DBF4-C152-41E2-8A52-7855CDD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46E68-49BA-42B2-90A3-608D8E3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391EC-34B0-421A-927B-228DCE67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01C3C-90B9-4837-8426-D7B2EED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3BAA9-B1AD-4947-A6CC-947EC42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EFB3-8B1E-44D9-AA1A-A30A610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26DA6-3A45-423C-979E-0CCADC08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47009-7C1C-4E2C-9246-721289B2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63E0-7B12-461D-A1B6-340E041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797A6-7801-4A2F-95FA-C042A1E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C0218-9CCA-4F8C-BB3C-8DE9638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4F159-458D-42F9-9DA5-DB9C979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96F05-342F-4ECB-94E2-E120B93D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7872A-F086-401C-B4DA-1732BDA8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B762E-390E-4D6C-9341-9EB921C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54D7E-F0FB-41D9-85F8-D82A232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5A053-7CE7-4E52-B3B2-631C602D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BAD75-1D72-480A-A2D3-74BB124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111C4-7EEB-4835-8E0D-C51D448D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36E14-E849-4C2B-8B07-D53B5F23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3BED5-1BA1-48F1-BE06-A6B45E9D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2314A-1669-4055-9F58-9CD746E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46C11-9C31-4B48-A0CC-5FFFD2F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571FA-C5A9-486D-B74F-F0A187D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5FCED-C59E-4F16-ACF6-A75029B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B2649-4272-4D22-A386-0549C6B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77BEC-F07F-42AE-80EC-7E54371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B290B-D061-4824-8E74-8EF8FC5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179C2-B5C4-42A0-99EC-00B8AE0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C0579-C2E7-400A-9AEB-B589B2F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2A572-B0D9-4B0C-ACB7-F91F5EE9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786240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FD4C6-1096-4C0C-A994-2CBF8915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08BDC-4497-4793-840D-1DCE6A5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365A7-C6A1-4DEB-91EF-ADBF3F6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8553C-1508-4742-BBD9-E34F59E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10403-43F6-4929-AE89-D563A844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D7E43-90A7-4037-9A7F-33392A3B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EEAE-F985-4593-989F-68FB563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059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2E52E-2CAC-40BA-9398-09FCF8EB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A13EE-09B6-4E3A-9C24-EA47CD91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331B9-199A-4AFB-8F95-76030071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E52D9-710B-4D39-981A-FABB447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接続を増やす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1E2C0-3EDD-43BD-B4D3-BC1E879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Slack・Notion・GitHub・Salesforce・Teams など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3E8E8-CC66-458C-BB5C-5B9D7B7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2F9DE-EC4A-4307-87AA-C5DD096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CAE64-A00B-48EB-AB42-60A23E2F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知識領域を広げる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5A236-F4AE-4ED8-8700-A65DFFD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Engineering Brain・Sales Brain・Management Brain など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37CAF-8A6E-41E5-9D07-02A2426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226A2-8DBB-4DD8-88D2-B2F06A1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676C0-81EA-4CC2-94FA-D7764BD5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高度処理を使う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538AD-87D2-4331-8FFB-BDF6D64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矛盾検知・資料修正・統合・分析などを従量課金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4C050-37AE-4504-A31E-518ABC0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A8EEF-AB5F-475A-AD67-11ABD01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807D6-347B-421C-AB11-1C1E7DEB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統制を深める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0FE4F-88BD-43D7-852D-4F276AA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高度な権限・監査・SLA・専用環境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D047A-816B-4356-879B-B57E79E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82787-3EDB-4DC2-8E09-0190CD5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38825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Memory容量は一定量まで基本料金に含み、超過時のみ追加課金</a:t>
            </a:r>
          </a:p>
        </p:txBody>
      </p:sp>
    </p:spTree>
    <p:extLst>
      <p:ext uri="{BB962C8B-B14F-4D97-AF65-F5344CB8AC3E}">
        <p14:creationId xmlns:p14="http://schemas.microsoft.com/office/powerpoint/2010/main" val="7535323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914ED-5AA7-418E-A55E-BEA60ED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D111F-D110-48BA-8798-95F3C255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46C16-679F-4935-A1ED-4451272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FF490-7639-4BC9-95B3-F950CCB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B4441-95D8-4A86-9407-83930A4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6BC9F-9358-4656-878D-56F8228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4D7B3-1C96-49CB-88DE-637ABD9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78ECB-C117-4EDF-A502-ADE25D0D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F51A7-7F58-4237-B17D-ABEACB8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4E8A3-9202-40A4-8932-A452F231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B55D2-ABD2-4921-8CCE-6FC9B32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6F7FA-BA17-4A49-92C6-3F124735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44C6A-408C-4CC5-ABB9-0E99FAFF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07737-76FF-4BCC-8A5F-FC0CC4C7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67D91-462A-4BC8-BA27-C14E79E6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9D7B-BFF0-4A92-8858-C5ACD76E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C6AA6-E6FB-4633-A70B-567550C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63100-8AE4-4061-9E52-D98FD5D5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433A0-6BBD-45D7-BA28-41F7C68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E5C22-BC3C-403E-9425-60A0F49A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30F97-6DC4-4759-86CC-3A5BB32E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7FB36-9A76-4C70-9254-440D35D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2958391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AB38D-5294-428C-A8BC-DD10853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4CBAC-66E6-4876-B9BB-C64559A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4AD7C-8205-40B0-BBD7-B531A7F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43884-A71A-47FB-96BD-3D26C69F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A163C-9837-43DF-99D3-A5FDB82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A68A2-77BB-4D92-9C58-967A1C9B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B17A2-D190-4A22-A1DD-9EB127E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81BFE-90BC-467D-A2A6-C2A8C12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06D7A-3296-4299-955A-2E4C4D4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AC028-25C1-4C1A-84DF-2E6B5D45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A6C9D-98E6-4B19-AE2B-5AD9FC68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810BB-C024-4F41-9A8C-FF99F834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BD0B4-D162-49AD-8918-FD76468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C3D2B-DA9C-48C9-8729-6AD4C3E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1769C-1771-4391-9159-2C84D0A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EB844-7149-4508-B463-4F6DBAB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B5BC7-5E7E-485A-9134-293F326C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EA7F2-F8B8-4081-AB55-5A1F396B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7B069-A16C-49E1-B4E8-EAE448F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2923C-DEC3-4787-9A38-341B018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83A7F-2159-494E-8F52-1811FE7B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885CC-BF6B-4F8F-93D3-D09379AD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1164120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2026-08-07T09:42:37.8460000Z</dcterms:created>
  <dcterms:modified xsi:type="dcterms:W3CDTF">2026-08-07T09:42:37.8460000Z</dcterms:modified>
</coreProperties>
</file>